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256" r:id="rId5"/>
    <p:sldId id="275" r:id="rId6"/>
    <p:sldId id="259" r:id="rId7"/>
    <p:sldId id="258" r:id="rId8"/>
    <p:sldId id="257" r:id="rId9"/>
    <p:sldId id="272" r:id="rId10"/>
    <p:sldId id="273" r:id="rId11"/>
    <p:sldId id="277" r:id="rId12"/>
    <p:sldId id="278" r:id="rId13"/>
    <p:sldId id="265" r:id="rId14"/>
    <p:sldId id="276" r:id="rId15"/>
    <p:sldId id="263" r:id="rId16"/>
    <p:sldId id="262" r:id="rId17"/>
    <p:sldId id="264" r:id="rId18"/>
    <p:sldId id="274" r:id="rId19"/>
    <p:sldId id="269" r:id="rId20"/>
    <p:sldId id="268" r:id="rId21"/>
    <p:sldId id="267" r:id="rId22"/>
    <p:sldId id="271" r:id="rId23"/>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32D701-6B07-4056-B3E3-35E675106BA9}" v="3319" dt="2025-11-17T07:51:16.222"/>
    <p1510:client id="{97BCC552-E595-AF5C-FDA7-FCE38055098B}" v="1" dt="2025-11-17T08:08:47.886"/>
    <p1510:client id="{C184C01B-3F19-4A22-8553-E5B9D1F71EE6}" v="7789" dt="2025-11-17T08:05:53.4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be Servaes" userId="eb0bab4c-75ae-46bd-a7ea-c60fe942941c" providerId="ADAL" clId="{022A12E0-9895-4DAF-B62C-C51477931C03}"/>
    <pc:docChg chg="undo redo custSel addSld delSld modSld sldOrd">
      <pc:chgData name="Robbe Servaes" userId="eb0bab4c-75ae-46bd-a7ea-c60fe942941c" providerId="ADAL" clId="{022A12E0-9895-4DAF-B62C-C51477931C03}" dt="2025-11-17T07:51:16.222" v="3382" actId="20577"/>
      <pc:docMkLst>
        <pc:docMk/>
      </pc:docMkLst>
      <pc:sldChg chg="modSp mod">
        <pc:chgData name="Robbe Servaes" userId="eb0bab4c-75ae-46bd-a7ea-c60fe942941c" providerId="ADAL" clId="{022A12E0-9895-4DAF-B62C-C51477931C03}" dt="2025-11-16T19:02:24.976" v="129" actId="1036"/>
        <pc:sldMkLst>
          <pc:docMk/>
          <pc:sldMk cId="2352787625" sldId="256"/>
        </pc:sldMkLst>
        <pc:picChg chg="mod">
          <ac:chgData name="Robbe Servaes" userId="eb0bab4c-75ae-46bd-a7ea-c60fe942941c" providerId="ADAL" clId="{022A12E0-9895-4DAF-B62C-C51477931C03}" dt="2025-11-16T19:02:24.976" v="129" actId="1036"/>
          <ac:picMkLst>
            <pc:docMk/>
            <pc:sldMk cId="2352787625" sldId="256"/>
            <ac:picMk id="5" creationId="{C5864634-7B67-1007-1C5D-895D5B86421A}"/>
          </ac:picMkLst>
        </pc:picChg>
      </pc:sldChg>
      <pc:sldChg chg="modSp mod">
        <pc:chgData name="Robbe Servaes" userId="eb0bab4c-75ae-46bd-a7ea-c60fe942941c" providerId="ADAL" clId="{022A12E0-9895-4DAF-B62C-C51477931C03}" dt="2025-11-16T09:01:06.529" v="35" actId="122"/>
        <pc:sldMkLst>
          <pc:docMk/>
          <pc:sldMk cId="1171952232" sldId="257"/>
        </pc:sldMkLst>
        <pc:spChg chg="mod">
          <ac:chgData name="Robbe Servaes" userId="eb0bab4c-75ae-46bd-a7ea-c60fe942941c" providerId="ADAL" clId="{022A12E0-9895-4DAF-B62C-C51477931C03}" dt="2025-11-16T09:01:06.529" v="35" actId="122"/>
          <ac:spMkLst>
            <pc:docMk/>
            <pc:sldMk cId="1171952232" sldId="257"/>
            <ac:spMk id="2" creationId="{2358C2E4-6271-E461-108F-A72F135D1440}"/>
          </ac:spMkLst>
        </pc:spChg>
      </pc:sldChg>
      <pc:sldChg chg="modSp mod modNotesTx">
        <pc:chgData name="Robbe Servaes" userId="eb0bab4c-75ae-46bd-a7ea-c60fe942941c" providerId="ADAL" clId="{022A12E0-9895-4DAF-B62C-C51477931C03}" dt="2025-11-17T07:51:16.222" v="3382" actId="20577"/>
        <pc:sldMkLst>
          <pc:docMk/>
          <pc:sldMk cId="2667796160" sldId="258"/>
        </pc:sldMkLst>
        <pc:spChg chg="mod">
          <ac:chgData name="Robbe Servaes" userId="eb0bab4c-75ae-46bd-a7ea-c60fe942941c" providerId="ADAL" clId="{022A12E0-9895-4DAF-B62C-C51477931C03}" dt="2025-11-16T09:01:03.052" v="34" actId="122"/>
          <ac:spMkLst>
            <pc:docMk/>
            <pc:sldMk cId="2667796160" sldId="258"/>
            <ac:spMk id="2" creationId="{C0587DF7-43D7-8C01-1AAB-71DD8035A33F}"/>
          </ac:spMkLst>
        </pc:spChg>
        <pc:spChg chg="mod">
          <ac:chgData name="Robbe Servaes" userId="eb0bab4c-75ae-46bd-a7ea-c60fe942941c" providerId="ADAL" clId="{022A12E0-9895-4DAF-B62C-C51477931C03}" dt="2025-11-17T07:51:16.222" v="3382" actId="20577"/>
          <ac:spMkLst>
            <pc:docMk/>
            <pc:sldMk cId="2667796160" sldId="258"/>
            <ac:spMk id="3" creationId="{A6D3ABA5-308F-050A-5809-5358D54E78AE}"/>
          </ac:spMkLst>
        </pc:spChg>
      </pc:sldChg>
      <pc:sldChg chg="modSp mod">
        <pc:chgData name="Robbe Servaes" userId="eb0bab4c-75ae-46bd-a7ea-c60fe942941c" providerId="ADAL" clId="{022A12E0-9895-4DAF-B62C-C51477931C03}" dt="2025-11-16T09:00:59.284" v="33" actId="122"/>
        <pc:sldMkLst>
          <pc:docMk/>
          <pc:sldMk cId="362130422" sldId="259"/>
        </pc:sldMkLst>
        <pc:spChg chg="mod">
          <ac:chgData name="Robbe Servaes" userId="eb0bab4c-75ae-46bd-a7ea-c60fe942941c" providerId="ADAL" clId="{022A12E0-9895-4DAF-B62C-C51477931C03}" dt="2025-11-16T09:00:59.284" v="33" actId="122"/>
          <ac:spMkLst>
            <pc:docMk/>
            <pc:sldMk cId="362130422" sldId="259"/>
            <ac:spMk id="2" creationId="{156C1B18-30D5-A956-3D90-9858BC7CD213}"/>
          </ac:spMkLst>
        </pc:spChg>
      </pc:sldChg>
      <pc:sldChg chg="addSp delSp modSp del mod">
        <pc:chgData name="Robbe Servaes" userId="eb0bab4c-75ae-46bd-a7ea-c60fe942941c" providerId="ADAL" clId="{022A12E0-9895-4DAF-B62C-C51477931C03}" dt="2025-11-16T19:55:14.251" v="1059" actId="47"/>
        <pc:sldMkLst>
          <pc:docMk/>
          <pc:sldMk cId="1741114531" sldId="260"/>
        </pc:sldMkLst>
        <pc:spChg chg="mod">
          <ac:chgData name="Robbe Servaes" userId="eb0bab4c-75ae-46bd-a7ea-c60fe942941c" providerId="ADAL" clId="{022A12E0-9895-4DAF-B62C-C51477931C03}" dt="2025-11-16T09:01:17.595" v="37" actId="122"/>
          <ac:spMkLst>
            <pc:docMk/>
            <pc:sldMk cId="1741114531" sldId="260"/>
            <ac:spMk id="2" creationId="{D565A219-70F0-7F14-98F7-ED0A58DC8965}"/>
          </ac:spMkLst>
        </pc:spChg>
        <pc:picChg chg="add">
          <ac:chgData name="Robbe Servaes" userId="eb0bab4c-75ae-46bd-a7ea-c60fe942941c" providerId="ADAL" clId="{022A12E0-9895-4DAF-B62C-C51477931C03}" dt="2025-11-16T18:39:26.020" v="115" actId="22"/>
          <ac:picMkLst>
            <pc:docMk/>
            <pc:sldMk cId="1741114531" sldId="260"/>
            <ac:picMk id="4" creationId="{64DE78D6-F252-D398-A8D3-3B6E48DB89FC}"/>
          </ac:picMkLst>
        </pc:picChg>
        <pc:picChg chg="add del mod">
          <ac:chgData name="Robbe Servaes" userId="eb0bab4c-75ae-46bd-a7ea-c60fe942941c" providerId="ADAL" clId="{022A12E0-9895-4DAF-B62C-C51477931C03}" dt="2025-11-16T18:53:22.375" v="125" actId="478"/>
          <ac:picMkLst>
            <pc:docMk/>
            <pc:sldMk cId="1741114531" sldId="260"/>
            <ac:picMk id="6" creationId="{12315C5F-3E89-7C7F-A57C-9ACCC0EFC276}"/>
          </ac:picMkLst>
        </pc:picChg>
      </pc:sldChg>
      <pc:sldChg chg="modSp del mod">
        <pc:chgData name="Robbe Servaes" userId="eb0bab4c-75ae-46bd-a7ea-c60fe942941c" providerId="ADAL" clId="{022A12E0-9895-4DAF-B62C-C51477931C03}" dt="2025-11-16T17:23:03.353" v="62" actId="47"/>
        <pc:sldMkLst>
          <pc:docMk/>
          <pc:sldMk cId="2348489995" sldId="261"/>
        </pc:sldMkLst>
        <pc:spChg chg="mod">
          <ac:chgData name="Robbe Servaes" userId="eb0bab4c-75ae-46bd-a7ea-c60fe942941c" providerId="ADAL" clId="{022A12E0-9895-4DAF-B62C-C51477931C03}" dt="2025-11-16T09:01:30.899" v="40" actId="122"/>
          <ac:spMkLst>
            <pc:docMk/>
            <pc:sldMk cId="2348489995" sldId="261"/>
            <ac:spMk id="2" creationId="{D1EC79BD-E714-93DA-8638-C2822E6524CC}"/>
          </ac:spMkLst>
        </pc:spChg>
      </pc:sldChg>
      <pc:sldChg chg="addSp delSp modSp mod setBg setClrOvrMap">
        <pc:chgData name="Robbe Servaes" userId="eb0bab4c-75ae-46bd-a7ea-c60fe942941c" providerId="ADAL" clId="{022A12E0-9895-4DAF-B62C-C51477931C03}" dt="2025-11-16T21:42:07.345" v="2462" actId="5793"/>
        <pc:sldMkLst>
          <pc:docMk/>
          <pc:sldMk cId="1012950877" sldId="262"/>
        </pc:sldMkLst>
        <pc:spChg chg="mod ord">
          <ac:chgData name="Robbe Servaes" userId="eb0bab4c-75ae-46bd-a7ea-c60fe942941c" providerId="ADAL" clId="{022A12E0-9895-4DAF-B62C-C51477931C03}" dt="2025-11-16T21:41:35.272" v="2449" actId="26606"/>
          <ac:spMkLst>
            <pc:docMk/>
            <pc:sldMk cId="1012950877" sldId="262"/>
            <ac:spMk id="2" creationId="{F3AF2CC3-E3DC-8F3E-0759-A637E23F6C06}"/>
          </ac:spMkLst>
        </pc:spChg>
        <pc:spChg chg="add del mod">
          <ac:chgData name="Robbe Servaes" userId="eb0bab4c-75ae-46bd-a7ea-c60fe942941c" providerId="ADAL" clId="{022A12E0-9895-4DAF-B62C-C51477931C03}" dt="2025-11-16T18:36:39.760" v="96" actId="22"/>
          <ac:spMkLst>
            <pc:docMk/>
            <pc:sldMk cId="1012950877" sldId="262"/>
            <ac:spMk id="3" creationId="{003DD370-A05D-DBBF-6AC0-B8D542DBC126}"/>
          </ac:spMkLst>
        </pc:spChg>
        <pc:spChg chg="add del mod">
          <ac:chgData name="Robbe Servaes" userId="eb0bab4c-75ae-46bd-a7ea-c60fe942941c" providerId="ADAL" clId="{022A12E0-9895-4DAF-B62C-C51477931C03}" dt="2025-11-16T21:42:07.345" v="2462" actId="5793"/>
          <ac:spMkLst>
            <pc:docMk/>
            <pc:sldMk cId="1012950877" sldId="262"/>
            <ac:spMk id="6" creationId="{B1E73F22-A855-2267-FB05-436E5CA84E9E}"/>
          </ac:spMkLst>
        </pc:spChg>
        <pc:spChg chg="add del">
          <ac:chgData name="Robbe Servaes" userId="eb0bab4c-75ae-46bd-a7ea-c60fe942941c" providerId="ADAL" clId="{022A12E0-9895-4DAF-B62C-C51477931C03}" dt="2025-11-16T18:36:07.375" v="82" actId="26606"/>
          <ac:spMkLst>
            <pc:docMk/>
            <pc:sldMk cId="1012950877" sldId="262"/>
            <ac:spMk id="9" creationId="{205C5BC2-2B30-0A11-2FEC-9F21AA28F861}"/>
          </ac:spMkLst>
        </pc:spChg>
        <pc:spChg chg="add del">
          <ac:chgData name="Robbe Servaes" userId="eb0bab4c-75ae-46bd-a7ea-c60fe942941c" providerId="ADAL" clId="{022A12E0-9895-4DAF-B62C-C51477931C03}" dt="2025-11-16T18:36:07.375" v="82" actId="26606"/>
          <ac:spMkLst>
            <pc:docMk/>
            <pc:sldMk cId="1012950877" sldId="262"/>
            <ac:spMk id="12" creationId="{E49D7415-2F11-44C2-B6AA-13A25B6814B9}"/>
          </ac:spMkLst>
        </pc:spChg>
        <pc:spChg chg="add del">
          <ac:chgData name="Robbe Servaes" userId="eb0bab4c-75ae-46bd-a7ea-c60fe942941c" providerId="ADAL" clId="{022A12E0-9895-4DAF-B62C-C51477931C03}" dt="2025-11-16T18:36:09.092" v="84" actId="26606"/>
          <ac:spMkLst>
            <pc:docMk/>
            <pc:sldMk cId="1012950877" sldId="262"/>
            <ac:spMk id="18" creationId="{33E93247-6229-44AB-A550-739E971E690B}"/>
          </ac:spMkLst>
        </pc:spChg>
        <pc:spChg chg="add del">
          <ac:chgData name="Robbe Servaes" userId="eb0bab4c-75ae-46bd-a7ea-c60fe942941c" providerId="ADAL" clId="{022A12E0-9895-4DAF-B62C-C51477931C03}" dt="2025-11-16T18:36:12.925" v="86" actId="26606"/>
          <ac:spMkLst>
            <pc:docMk/>
            <pc:sldMk cId="1012950877" sldId="262"/>
            <ac:spMk id="20" creationId="{E49D7415-2F11-44C2-B6AA-13A25B6814B9}"/>
          </ac:spMkLst>
        </pc:spChg>
        <pc:spChg chg="add del">
          <ac:chgData name="Robbe Servaes" userId="eb0bab4c-75ae-46bd-a7ea-c60fe942941c" providerId="ADAL" clId="{022A12E0-9895-4DAF-B62C-C51477931C03}" dt="2025-11-16T18:36:12.925" v="86" actId="26606"/>
          <ac:spMkLst>
            <pc:docMk/>
            <pc:sldMk cId="1012950877" sldId="262"/>
            <ac:spMk id="22" creationId="{205C5BC2-2B30-0A11-2FEC-9F21AA28F861}"/>
          </ac:spMkLst>
        </pc:spChg>
        <pc:spChg chg="add del">
          <ac:chgData name="Robbe Servaes" userId="eb0bab4c-75ae-46bd-a7ea-c60fe942941c" providerId="ADAL" clId="{022A12E0-9895-4DAF-B62C-C51477931C03}" dt="2025-11-16T21:41:11.669" v="2425" actId="26606"/>
          <ac:spMkLst>
            <pc:docMk/>
            <pc:sldMk cId="1012950877" sldId="262"/>
            <ac:spMk id="23" creationId="{33E93247-6229-44AB-A550-739E971E690B}"/>
          </ac:spMkLst>
        </pc:spChg>
        <pc:spChg chg="add del">
          <ac:chgData name="Robbe Servaes" userId="eb0bab4c-75ae-46bd-a7ea-c60fe942941c" providerId="ADAL" clId="{022A12E0-9895-4DAF-B62C-C51477931C03}" dt="2025-11-16T18:36:17.051" v="88" actId="26606"/>
          <ac:spMkLst>
            <pc:docMk/>
            <pc:sldMk cId="1012950877" sldId="262"/>
            <ac:spMk id="24" creationId="{E49D7415-2F11-44C2-B6AA-13A25B6814B9}"/>
          </ac:spMkLst>
        </pc:spChg>
        <pc:spChg chg="add del">
          <ac:chgData name="Robbe Servaes" userId="eb0bab4c-75ae-46bd-a7ea-c60fe942941c" providerId="ADAL" clId="{022A12E0-9895-4DAF-B62C-C51477931C03}" dt="2025-11-16T18:36:17.051" v="88" actId="26606"/>
          <ac:spMkLst>
            <pc:docMk/>
            <pc:sldMk cId="1012950877" sldId="262"/>
            <ac:spMk id="26" creationId="{5547FA96-2B48-8281-5CB3-32EBAF4B211D}"/>
          </ac:spMkLst>
        </pc:spChg>
        <pc:spChg chg="add del">
          <ac:chgData name="Robbe Servaes" userId="eb0bab4c-75ae-46bd-a7ea-c60fe942941c" providerId="ADAL" clId="{022A12E0-9895-4DAF-B62C-C51477931C03}" dt="2025-11-16T18:36:25.813" v="90" actId="26606"/>
          <ac:spMkLst>
            <pc:docMk/>
            <pc:sldMk cId="1012950877" sldId="262"/>
            <ac:spMk id="28" creationId="{E49D7415-2F11-44C2-B6AA-13A25B6814B9}"/>
          </ac:spMkLst>
        </pc:spChg>
        <pc:spChg chg="add del">
          <ac:chgData name="Robbe Servaes" userId="eb0bab4c-75ae-46bd-a7ea-c60fe942941c" providerId="ADAL" clId="{022A12E0-9895-4DAF-B62C-C51477931C03}" dt="2025-11-16T18:36:25.813" v="90" actId="26606"/>
          <ac:spMkLst>
            <pc:docMk/>
            <pc:sldMk cId="1012950877" sldId="262"/>
            <ac:spMk id="30" creationId="{205C5BC2-2B30-0A11-2FEC-9F21AA28F861}"/>
          </ac:spMkLst>
        </pc:spChg>
        <pc:spChg chg="add">
          <ac:chgData name="Robbe Servaes" userId="eb0bab4c-75ae-46bd-a7ea-c60fe942941c" providerId="ADAL" clId="{022A12E0-9895-4DAF-B62C-C51477931C03}" dt="2025-11-16T21:41:35.272" v="2449" actId="26606"/>
          <ac:spMkLst>
            <pc:docMk/>
            <pc:sldMk cId="1012950877" sldId="262"/>
            <ac:spMk id="31" creationId="{E49D7415-2F11-44C2-B6AA-13A25B6814B9}"/>
          </ac:spMkLst>
        </pc:spChg>
        <pc:spChg chg="add del">
          <ac:chgData name="Robbe Servaes" userId="eb0bab4c-75ae-46bd-a7ea-c60fe942941c" providerId="ADAL" clId="{022A12E0-9895-4DAF-B62C-C51477931C03}" dt="2025-11-16T18:36:31.272" v="92" actId="26606"/>
          <ac:spMkLst>
            <pc:docMk/>
            <pc:sldMk cId="1012950877" sldId="262"/>
            <ac:spMk id="32" creationId="{E49D7415-2F11-44C2-B6AA-13A25B6814B9}"/>
          </ac:spMkLst>
        </pc:spChg>
        <pc:spChg chg="add del">
          <ac:chgData name="Robbe Servaes" userId="eb0bab4c-75ae-46bd-a7ea-c60fe942941c" providerId="ADAL" clId="{022A12E0-9895-4DAF-B62C-C51477931C03}" dt="2025-11-16T18:36:31.272" v="92" actId="26606"/>
          <ac:spMkLst>
            <pc:docMk/>
            <pc:sldMk cId="1012950877" sldId="262"/>
            <ac:spMk id="34" creationId="{3B570726-27A7-8C3E-EE6E-55650AA59665}"/>
          </ac:spMkLst>
        </pc:spChg>
        <pc:spChg chg="add del">
          <ac:chgData name="Robbe Servaes" userId="eb0bab4c-75ae-46bd-a7ea-c60fe942941c" providerId="ADAL" clId="{022A12E0-9895-4DAF-B62C-C51477931C03}" dt="2025-11-16T18:36:37.726" v="94" actId="26606"/>
          <ac:spMkLst>
            <pc:docMk/>
            <pc:sldMk cId="1012950877" sldId="262"/>
            <ac:spMk id="39" creationId="{33E93247-6229-44AB-A550-739E971E690B}"/>
          </ac:spMkLst>
        </pc:spChg>
        <pc:spChg chg="add del">
          <ac:chgData name="Robbe Servaes" userId="eb0bab4c-75ae-46bd-a7ea-c60fe942941c" providerId="ADAL" clId="{022A12E0-9895-4DAF-B62C-C51477931C03}" dt="2025-11-16T18:36:37.726" v="94" actId="26606"/>
          <ac:spMkLst>
            <pc:docMk/>
            <pc:sldMk cId="1012950877" sldId="262"/>
            <ac:spMk id="40" creationId="{6BB6B482-ACCA-4938-8AEA-49D525C17221}"/>
          </ac:spMkLst>
        </pc:spChg>
        <pc:picChg chg="add del mod ord">
          <ac:chgData name="Robbe Servaes" userId="eb0bab4c-75ae-46bd-a7ea-c60fe942941c" providerId="ADAL" clId="{022A12E0-9895-4DAF-B62C-C51477931C03}" dt="2025-11-16T18:36:39.760" v="96" actId="22"/>
          <ac:picMkLst>
            <pc:docMk/>
            <pc:sldMk cId="1012950877" sldId="262"/>
            <ac:picMk id="5" creationId="{0E5DB634-02A5-2260-76DF-9EDFFFE86C8E}"/>
          </ac:picMkLst>
        </pc:picChg>
        <pc:picChg chg="add del mod">
          <ac:chgData name="Robbe Servaes" userId="eb0bab4c-75ae-46bd-a7ea-c60fe942941c" providerId="ADAL" clId="{022A12E0-9895-4DAF-B62C-C51477931C03}" dt="2025-11-16T21:40:52.405" v="2419" actId="478"/>
          <ac:picMkLst>
            <pc:docMk/>
            <pc:sldMk cId="1012950877" sldId="262"/>
            <ac:picMk id="8" creationId="{6C1855E4-EE4E-24BC-E0A0-5B67F92F8948}"/>
          </ac:picMkLst>
        </pc:picChg>
        <pc:picChg chg="add mod">
          <ac:chgData name="Robbe Servaes" userId="eb0bab4c-75ae-46bd-a7ea-c60fe942941c" providerId="ADAL" clId="{022A12E0-9895-4DAF-B62C-C51477931C03}" dt="2025-11-16T21:41:35.272" v="2449" actId="26606"/>
          <ac:picMkLst>
            <pc:docMk/>
            <pc:sldMk cId="1012950877" sldId="262"/>
            <ac:picMk id="13" creationId="{95D44C0A-CDD2-E3EA-8D78-1A503771435E}"/>
          </ac:picMkLst>
        </pc:picChg>
        <pc:cxnChg chg="add del">
          <ac:chgData name="Robbe Servaes" userId="eb0bab4c-75ae-46bd-a7ea-c60fe942941c" providerId="ADAL" clId="{022A12E0-9895-4DAF-B62C-C51477931C03}" dt="2025-11-16T18:36:09.092" v="84" actId="26606"/>
          <ac:cxnSpMkLst>
            <pc:docMk/>
            <pc:sldMk cId="1012950877" sldId="262"/>
            <ac:cxnSpMk id="10" creationId="{F64F9B95-9045-48D2-B9F3-2927E98F54AA}"/>
          </ac:cxnSpMkLst>
        </pc:cxnChg>
        <pc:cxnChg chg="add del">
          <ac:chgData name="Robbe Servaes" userId="eb0bab4c-75ae-46bd-a7ea-c60fe942941c" providerId="ADAL" clId="{022A12E0-9895-4DAF-B62C-C51477931C03}" dt="2025-11-16T18:36:07.375" v="82" actId="26606"/>
          <ac:cxnSpMkLst>
            <pc:docMk/>
            <pc:sldMk cId="1012950877" sldId="262"/>
            <ac:cxnSpMk id="14" creationId="{D2E57F3D-33BE-4306-87E6-245763719516}"/>
          </ac:cxnSpMkLst>
        </pc:cxnChg>
        <pc:cxnChg chg="add del">
          <ac:chgData name="Robbe Servaes" userId="eb0bab4c-75ae-46bd-a7ea-c60fe942941c" providerId="ADAL" clId="{022A12E0-9895-4DAF-B62C-C51477931C03}" dt="2025-11-16T21:41:11.669" v="2425" actId="26606"/>
          <ac:cxnSpMkLst>
            <pc:docMk/>
            <pc:sldMk cId="1012950877" sldId="262"/>
            <ac:cxnSpMk id="15" creationId="{F64F9B95-9045-48D2-B9F3-2927E98F54AA}"/>
          </ac:cxnSpMkLst>
        </pc:cxnChg>
        <pc:cxnChg chg="add del">
          <ac:chgData name="Robbe Servaes" userId="eb0bab4c-75ae-46bd-a7ea-c60fe942941c" providerId="ADAL" clId="{022A12E0-9895-4DAF-B62C-C51477931C03}" dt="2025-11-16T18:36:09.092" v="84" actId="26606"/>
          <ac:cxnSpMkLst>
            <pc:docMk/>
            <pc:sldMk cId="1012950877" sldId="262"/>
            <ac:cxnSpMk id="16" creationId="{F9600FFC-92AF-4AD3-9595-B0E23476BD05}"/>
          </ac:cxnSpMkLst>
        </pc:cxnChg>
        <pc:cxnChg chg="add del">
          <ac:chgData name="Robbe Servaes" userId="eb0bab4c-75ae-46bd-a7ea-c60fe942941c" providerId="ADAL" clId="{022A12E0-9895-4DAF-B62C-C51477931C03}" dt="2025-11-16T18:36:09.092" v="84" actId="26606"/>
          <ac:cxnSpMkLst>
            <pc:docMk/>
            <pc:sldMk cId="1012950877" sldId="262"/>
            <ac:cxnSpMk id="17" creationId="{085AA86F-6A4D-4BCB-A045-D992CDC2959B}"/>
          </ac:cxnSpMkLst>
        </pc:cxnChg>
        <pc:cxnChg chg="add del">
          <ac:chgData name="Robbe Servaes" userId="eb0bab4c-75ae-46bd-a7ea-c60fe942941c" providerId="ADAL" clId="{022A12E0-9895-4DAF-B62C-C51477931C03}" dt="2025-11-16T21:41:11.669" v="2425" actId="26606"/>
          <ac:cxnSpMkLst>
            <pc:docMk/>
            <pc:sldMk cId="1012950877" sldId="262"/>
            <ac:cxnSpMk id="19" creationId="{085AA86F-6A4D-4BCB-A045-D992CDC2959B}"/>
          </ac:cxnSpMkLst>
        </pc:cxnChg>
        <pc:cxnChg chg="add del">
          <ac:chgData name="Robbe Servaes" userId="eb0bab4c-75ae-46bd-a7ea-c60fe942941c" providerId="ADAL" clId="{022A12E0-9895-4DAF-B62C-C51477931C03}" dt="2025-11-16T18:36:12.925" v="86" actId="26606"/>
          <ac:cxnSpMkLst>
            <pc:docMk/>
            <pc:sldMk cId="1012950877" sldId="262"/>
            <ac:cxnSpMk id="21" creationId="{D2E57F3D-33BE-4306-87E6-245763719516}"/>
          </ac:cxnSpMkLst>
        </pc:cxnChg>
        <pc:cxnChg chg="add del">
          <ac:chgData name="Robbe Servaes" userId="eb0bab4c-75ae-46bd-a7ea-c60fe942941c" providerId="ADAL" clId="{022A12E0-9895-4DAF-B62C-C51477931C03}" dt="2025-11-16T18:36:17.051" v="88" actId="26606"/>
          <ac:cxnSpMkLst>
            <pc:docMk/>
            <pc:sldMk cId="1012950877" sldId="262"/>
            <ac:cxnSpMk id="25" creationId="{4E495065-8864-87FB-2BCC-254769963EA4}"/>
          </ac:cxnSpMkLst>
        </pc:cxnChg>
        <pc:cxnChg chg="add del">
          <ac:chgData name="Robbe Servaes" userId="eb0bab4c-75ae-46bd-a7ea-c60fe942941c" providerId="ADAL" clId="{022A12E0-9895-4DAF-B62C-C51477931C03}" dt="2025-11-16T21:41:11.669" v="2425" actId="26606"/>
          <ac:cxnSpMkLst>
            <pc:docMk/>
            <pc:sldMk cId="1012950877" sldId="262"/>
            <ac:cxnSpMk id="27" creationId="{EE2E603F-4A95-4FE8-BB06-211DFD75DBEF}"/>
          </ac:cxnSpMkLst>
        </pc:cxnChg>
        <pc:cxnChg chg="add del">
          <ac:chgData name="Robbe Servaes" userId="eb0bab4c-75ae-46bd-a7ea-c60fe942941c" providerId="ADAL" clId="{022A12E0-9895-4DAF-B62C-C51477931C03}" dt="2025-11-16T18:36:25.813" v="90" actId="26606"/>
          <ac:cxnSpMkLst>
            <pc:docMk/>
            <pc:sldMk cId="1012950877" sldId="262"/>
            <ac:cxnSpMk id="29" creationId="{D2E57F3D-33BE-4306-87E6-245763719516}"/>
          </ac:cxnSpMkLst>
        </pc:cxnChg>
        <pc:cxnChg chg="add del">
          <ac:chgData name="Robbe Servaes" userId="eb0bab4c-75ae-46bd-a7ea-c60fe942941c" providerId="ADAL" clId="{022A12E0-9895-4DAF-B62C-C51477931C03}" dt="2025-11-16T18:36:31.272" v="92" actId="26606"/>
          <ac:cxnSpMkLst>
            <pc:docMk/>
            <pc:sldMk cId="1012950877" sldId="262"/>
            <ac:cxnSpMk id="33" creationId="{A7C10D4C-8DED-200E-3237-3345F3F2A188}"/>
          </ac:cxnSpMkLst>
        </pc:cxnChg>
        <pc:cxnChg chg="add del">
          <ac:chgData name="Robbe Servaes" userId="eb0bab4c-75ae-46bd-a7ea-c60fe942941c" providerId="ADAL" clId="{022A12E0-9895-4DAF-B62C-C51477931C03}" dt="2025-11-16T18:36:31.272" v="92" actId="26606"/>
          <ac:cxnSpMkLst>
            <pc:docMk/>
            <pc:sldMk cId="1012950877" sldId="262"/>
            <ac:cxnSpMk id="35" creationId="{E8F7F80F-9EDD-0EEA-B6D7-E116EBA4FAD2}"/>
          </ac:cxnSpMkLst>
        </pc:cxnChg>
        <pc:cxnChg chg="add">
          <ac:chgData name="Robbe Servaes" userId="eb0bab4c-75ae-46bd-a7ea-c60fe942941c" providerId="ADAL" clId="{022A12E0-9895-4DAF-B62C-C51477931C03}" dt="2025-11-16T21:41:35.272" v="2449" actId="26606"/>
          <ac:cxnSpMkLst>
            <pc:docMk/>
            <pc:sldMk cId="1012950877" sldId="262"/>
            <ac:cxnSpMk id="36" creationId="{8E813B4C-6731-0B72-5252-A79AB0E20B58}"/>
          </ac:cxnSpMkLst>
        </pc:cxnChg>
        <pc:cxnChg chg="add del">
          <ac:chgData name="Robbe Servaes" userId="eb0bab4c-75ae-46bd-a7ea-c60fe942941c" providerId="ADAL" clId="{022A12E0-9895-4DAF-B62C-C51477931C03}" dt="2025-11-16T18:36:37.726" v="94" actId="26606"/>
          <ac:cxnSpMkLst>
            <pc:docMk/>
            <pc:sldMk cId="1012950877" sldId="262"/>
            <ac:cxnSpMk id="37" creationId="{F64F9B95-9045-48D2-B9F3-2927E98F54AA}"/>
          </ac:cxnSpMkLst>
        </pc:cxnChg>
        <pc:cxnChg chg="add del">
          <ac:chgData name="Robbe Servaes" userId="eb0bab4c-75ae-46bd-a7ea-c60fe942941c" providerId="ADAL" clId="{022A12E0-9895-4DAF-B62C-C51477931C03}" dt="2025-11-16T18:36:37.726" v="94" actId="26606"/>
          <ac:cxnSpMkLst>
            <pc:docMk/>
            <pc:sldMk cId="1012950877" sldId="262"/>
            <ac:cxnSpMk id="38" creationId="{085AA86F-6A4D-4BCB-A045-D992CDC2959B}"/>
          </ac:cxnSpMkLst>
        </pc:cxnChg>
        <pc:cxnChg chg="add del">
          <ac:chgData name="Robbe Servaes" userId="eb0bab4c-75ae-46bd-a7ea-c60fe942941c" providerId="ADAL" clId="{022A12E0-9895-4DAF-B62C-C51477931C03}" dt="2025-11-16T18:36:37.726" v="94" actId="26606"/>
          <ac:cxnSpMkLst>
            <pc:docMk/>
            <pc:sldMk cId="1012950877" sldId="262"/>
            <ac:cxnSpMk id="41" creationId="{EE2E603F-4A95-4FE8-BB06-211DFD75DBEF}"/>
          </ac:cxnSpMkLst>
        </pc:cxnChg>
        <pc:cxnChg chg="add">
          <ac:chgData name="Robbe Servaes" userId="eb0bab4c-75ae-46bd-a7ea-c60fe942941c" providerId="ADAL" clId="{022A12E0-9895-4DAF-B62C-C51477931C03}" dt="2025-11-16T21:41:35.272" v="2449" actId="26606"/>
          <ac:cxnSpMkLst>
            <pc:docMk/>
            <pc:sldMk cId="1012950877" sldId="262"/>
            <ac:cxnSpMk id="42" creationId="{6E0E8146-6E65-2E6C-0C86-547E3C925406}"/>
          </ac:cxnSpMkLst>
        </pc:cxnChg>
      </pc:sldChg>
      <pc:sldChg chg="addSp modSp mod">
        <pc:chgData name="Robbe Servaes" userId="eb0bab4c-75ae-46bd-a7ea-c60fe942941c" providerId="ADAL" clId="{022A12E0-9895-4DAF-B62C-C51477931C03}" dt="2025-11-16T18:52:17.930" v="121" actId="1076"/>
        <pc:sldMkLst>
          <pc:docMk/>
          <pc:sldMk cId="393732612" sldId="263"/>
        </pc:sldMkLst>
        <pc:spChg chg="mod">
          <ac:chgData name="Robbe Servaes" userId="eb0bab4c-75ae-46bd-a7ea-c60fe942941c" providerId="ADAL" clId="{022A12E0-9895-4DAF-B62C-C51477931C03}" dt="2025-11-16T18:37:38.530" v="111" actId="20577"/>
          <ac:spMkLst>
            <pc:docMk/>
            <pc:sldMk cId="393732612" sldId="263"/>
            <ac:spMk id="2" creationId="{A16DA460-273B-2959-CB1C-A1A9A3C01AD8}"/>
          </ac:spMkLst>
        </pc:spChg>
        <pc:picChg chg="add mod">
          <ac:chgData name="Robbe Servaes" userId="eb0bab4c-75ae-46bd-a7ea-c60fe942941c" providerId="ADAL" clId="{022A12E0-9895-4DAF-B62C-C51477931C03}" dt="2025-11-16T18:38:09.142" v="114" actId="1076"/>
          <ac:picMkLst>
            <pc:docMk/>
            <pc:sldMk cId="393732612" sldId="263"/>
            <ac:picMk id="5" creationId="{AE690295-2B0D-BD27-4199-C30C8D331E5D}"/>
          </ac:picMkLst>
        </pc:picChg>
        <pc:picChg chg="add mod">
          <ac:chgData name="Robbe Servaes" userId="eb0bab4c-75ae-46bd-a7ea-c60fe942941c" providerId="ADAL" clId="{022A12E0-9895-4DAF-B62C-C51477931C03}" dt="2025-11-16T18:52:17.930" v="121" actId="1076"/>
          <ac:picMkLst>
            <pc:docMk/>
            <pc:sldMk cId="393732612" sldId="263"/>
            <ac:picMk id="7" creationId="{86F0F85E-0A26-4112-0322-8C82CF158E52}"/>
          </ac:picMkLst>
        </pc:picChg>
      </pc:sldChg>
      <pc:sldChg chg="addSp modSp mod setBg modNotesTx">
        <pc:chgData name="Robbe Servaes" userId="eb0bab4c-75ae-46bd-a7ea-c60fe942941c" providerId="ADAL" clId="{022A12E0-9895-4DAF-B62C-C51477931C03}" dt="2025-11-17T07:42:11.268" v="3348" actId="20577"/>
        <pc:sldMkLst>
          <pc:docMk/>
          <pc:sldMk cId="3212048138" sldId="264"/>
        </pc:sldMkLst>
        <pc:spChg chg="mod">
          <ac:chgData name="Robbe Servaes" userId="eb0bab4c-75ae-46bd-a7ea-c60fe942941c" providerId="ADAL" clId="{022A12E0-9895-4DAF-B62C-C51477931C03}" dt="2025-11-16T21:44:13.828" v="2467" actId="26606"/>
          <ac:spMkLst>
            <pc:docMk/>
            <pc:sldMk cId="3212048138" sldId="264"/>
            <ac:spMk id="2" creationId="{0BB661BA-4B1A-1C38-E829-53CE17344F92}"/>
          </ac:spMkLst>
        </pc:spChg>
        <pc:spChg chg="mod">
          <ac:chgData name="Robbe Servaes" userId="eb0bab4c-75ae-46bd-a7ea-c60fe942941c" providerId="ADAL" clId="{022A12E0-9895-4DAF-B62C-C51477931C03}" dt="2025-11-17T07:42:11.268" v="3348" actId="20577"/>
          <ac:spMkLst>
            <pc:docMk/>
            <pc:sldMk cId="3212048138" sldId="264"/>
            <ac:spMk id="3" creationId="{AF43A184-81FA-2FF7-74CC-CE884F532171}"/>
          </ac:spMkLst>
        </pc:spChg>
        <pc:spChg chg="add">
          <ac:chgData name="Robbe Servaes" userId="eb0bab4c-75ae-46bd-a7ea-c60fe942941c" providerId="ADAL" clId="{022A12E0-9895-4DAF-B62C-C51477931C03}" dt="2025-11-16T21:44:13.828" v="2467" actId="26606"/>
          <ac:spMkLst>
            <pc:docMk/>
            <pc:sldMk cId="3212048138" sldId="264"/>
            <ac:spMk id="10" creationId="{E49D7415-2F11-44C2-B6AA-13A25B6814B9}"/>
          </ac:spMkLst>
        </pc:spChg>
        <pc:picChg chg="add mod">
          <ac:chgData name="Robbe Servaes" userId="eb0bab4c-75ae-46bd-a7ea-c60fe942941c" providerId="ADAL" clId="{022A12E0-9895-4DAF-B62C-C51477931C03}" dt="2025-11-16T21:44:13.828" v="2467" actId="26606"/>
          <ac:picMkLst>
            <pc:docMk/>
            <pc:sldMk cId="3212048138" sldId="264"/>
            <ac:picMk id="5" creationId="{C2CF379B-0337-3E44-4551-FE0731289041}"/>
          </ac:picMkLst>
        </pc:picChg>
        <pc:cxnChg chg="add">
          <ac:chgData name="Robbe Servaes" userId="eb0bab4c-75ae-46bd-a7ea-c60fe942941c" providerId="ADAL" clId="{022A12E0-9895-4DAF-B62C-C51477931C03}" dt="2025-11-16T21:44:13.828" v="2467" actId="26606"/>
          <ac:cxnSpMkLst>
            <pc:docMk/>
            <pc:sldMk cId="3212048138" sldId="264"/>
            <ac:cxnSpMk id="12" creationId="{D2E57F3D-33BE-4306-87E6-245763719516}"/>
          </ac:cxnSpMkLst>
        </pc:cxnChg>
      </pc:sldChg>
      <pc:sldChg chg="addSp modSp mod modNotesTx">
        <pc:chgData name="Robbe Servaes" userId="eb0bab4c-75ae-46bd-a7ea-c60fe942941c" providerId="ADAL" clId="{022A12E0-9895-4DAF-B62C-C51477931C03}" dt="2025-11-16T21:38:59.836" v="2418" actId="20577"/>
        <pc:sldMkLst>
          <pc:docMk/>
          <pc:sldMk cId="3268728878" sldId="265"/>
        </pc:sldMkLst>
        <pc:spChg chg="mod">
          <ac:chgData name="Robbe Servaes" userId="eb0bab4c-75ae-46bd-a7ea-c60fe942941c" providerId="ADAL" clId="{022A12E0-9895-4DAF-B62C-C51477931C03}" dt="2025-11-16T09:01:38.938" v="42" actId="122"/>
          <ac:spMkLst>
            <pc:docMk/>
            <pc:sldMk cId="3268728878" sldId="265"/>
            <ac:spMk id="2" creationId="{CBDD8593-F2AC-1650-E305-5DE7E2626864}"/>
          </ac:spMkLst>
        </pc:spChg>
        <pc:picChg chg="add mod">
          <ac:chgData name="Robbe Servaes" userId="eb0bab4c-75ae-46bd-a7ea-c60fe942941c" providerId="ADAL" clId="{022A12E0-9895-4DAF-B62C-C51477931C03}" dt="2025-11-16T19:50:41.318" v="1058" actId="1076"/>
          <ac:picMkLst>
            <pc:docMk/>
            <pc:sldMk cId="3268728878" sldId="265"/>
            <ac:picMk id="5" creationId="{8A39AF71-DC5F-A161-1CB4-55CD9BD09EB7}"/>
          </ac:picMkLst>
        </pc:picChg>
      </pc:sldChg>
      <pc:sldChg chg="modSp del mod">
        <pc:chgData name="Robbe Servaes" userId="eb0bab4c-75ae-46bd-a7ea-c60fe942941c" providerId="ADAL" clId="{022A12E0-9895-4DAF-B62C-C51477931C03}" dt="2025-11-16T20:16:12.783" v="1132" actId="47"/>
        <pc:sldMkLst>
          <pc:docMk/>
          <pc:sldMk cId="1530646695" sldId="266"/>
        </pc:sldMkLst>
        <pc:spChg chg="mod">
          <ac:chgData name="Robbe Servaes" userId="eb0bab4c-75ae-46bd-a7ea-c60fe942941c" providerId="ADAL" clId="{022A12E0-9895-4DAF-B62C-C51477931C03}" dt="2025-11-16T09:01:46.969" v="44" actId="122"/>
          <ac:spMkLst>
            <pc:docMk/>
            <pc:sldMk cId="1530646695" sldId="266"/>
            <ac:spMk id="2" creationId="{8C173326-8F73-7B27-BEF9-B5FDD7310BA1}"/>
          </ac:spMkLst>
        </pc:spChg>
        <pc:spChg chg="mod">
          <ac:chgData name="Robbe Servaes" userId="eb0bab4c-75ae-46bd-a7ea-c60fe942941c" providerId="ADAL" clId="{022A12E0-9895-4DAF-B62C-C51477931C03}" dt="2025-11-16T20:14:04.112" v="1111" actId="20577"/>
          <ac:spMkLst>
            <pc:docMk/>
            <pc:sldMk cId="1530646695" sldId="266"/>
            <ac:spMk id="3" creationId="{DE07536E-DA22-6464-6593-50F03F9545A4}"/>
          </ac:spMkLst>
        </pc:spChg>
      </pc:sldChg>
      <pc:sldChg chg="modSp mod modNotesTx">
        <pc:chgData name="Robbe Servaes" userId="eb0bab4c-75ae-46bd-a7ea-c60fe942941c" providerId="ADAL" clId="{022A12E0-9895-4DAF-B62C-C51477931C03}" dt="2025-11-16T20:32:46.484" v="2035" actId="20577"/>
        <pc:sldMkLst>
          <pc:docMk/>
          <pc:sldMk cId="1264137547" sldId="267"/>
        </pc:sldMkLst>
        <pc:spChg chg="mod">
          <ac:chgData name="Robbe Servaes" userId="eb0bab4c-75ae-46bd-a7ea-c60fe942941c" providerId="ADAL" clId="{022A12E0-9895-4DAF-B62C-C51477931C03}" dt="2025-11-16T09:01:58.153" v="47" actId="122"/>
          <ac:spMkLst>
            <pc:docMk/>
            <pc:sldMk cId="1264137547" sldId="267"/>
            <ac:spMk id="2" creationId="{8F15F125-42F7-B57E-2F98-07AF411B8A50}"/>
          </ac:spMkLst>
        </pc:spChg>
        <pc:spChg chg="mod">
          <ac:chgData name="Robbe Servaes" userId="eb0bab4c-75ae-46bd-a7ea-c60fe942941c" providerId="ADAL" clId="{022A12E0-9895-4DAF-B62C-C51477931C03}" dt="2025-11-16T20:26:34.669" v="1217" actId="20577"/>
          <ac:spMkLst>
            <pc:docMk/>
            <pc:sldMk cId="1264137547" sldId="267"/>
            <ac:spMk id="3" creationId="{7A32B4EB-FD96-D96D-EE46-D58028FEA8EF}"/>
          </ac:spMkLst>
        </pc:spChg>
      </pc:sldChg>
      <pc:sldChg chg="modSp mod modNotesTx">
        <pc:chgData name="Robbe Servaes" userId="eb0bab4c-75ae-46bd-a7ea-c60fe942941c" providerId="ADAL" clId="{022A12E0-9895-4DAF-B62C-C51477931C03}" dt="2025-11-16T22:24:09.231" v="3335" actId="20577"/>
        <pc:sldMkLst>
          <pc:docMk/>
          <pc:sldMk cId="2675213882" sldId="268"/>
        </pc:sldMkLst>
        <pc:spChg chg="mod">
          <ac:chgData name="Robbe Servaes" userId="eb0bab4c-75ae-46bd-a7ea-c60fe942941c" providerId="ADAL" clId="{022A12E0-9895-4DAF-B62C-C51477931C03}" dt="2025-11-16T09:01:54.540" v="46" actId="122"/>
          <ac:spMkLst>
            <pc:docMk/>
            <pc:sldMk cId="2675213882" sldId="268"/>
            <ac:spMk id="2" creationId="{4637A23C-C7BA-B6CB-7EDA-87DC073A84FE}"/>
          </ac:spMkLst>
        </pc:spChg>
      </pc:sldChg>
      <pc:sldChg chg="modSp mod">
        <pc:chgData name="Robbe Servaes" userId="eb0bab4c-75ae-46bd-a7ea-c60fe942941c" providerId="ADAL" clId="{022A12E0-9895-4DAF-B62C-C51477931C03}" dt="2025-11-16T20:16:25.570" v="1158" actId="20577"/>
        <pc:sldMkLst>
          <pc:docMk/>
          <pc:sldMk cId="3021887406" sldId="269"/>
        </pc:sldMkLst>
        <pc:spChg chg="mod">
          <ac:chgData name="Robbe Servaes" userId="eb0bab4c-75ae-46bd-a7ea-c60fe942941c" providerId="ADAL" clId="{022A12E0-9895-4DAF-B62C-C51477931C03}" dt="2025-11-16T09:01:50.715" v="45" actId="122"/>
          <ac:spMkLst>
            <pc:docMk/>
            <pc:sldMk cId="3021887406" sldId="269"/>
            <ac:spMk id="2" creationId="{5796C8DF-2C16-3778-8C2C-2EA7BC7875F1}"/>
          </ac:spMkLst>
        </pc:spChg>
        <pc:spChg chg="mod">
          <ac:chgData name="Robbe Servaes" userId="eb0bab4c-75ae-46bd-a7ea-c60fe942941c" providerId="ADAL" clId="{022A12E0-9895-4DAF-B62C-C51477931C03}" dt="2025-11-16T20:16:25.570" v="1158" actId="20577"/>
          <ac:spMkLst>
            <pc:docMk/>
            <pc:sldMk cId="3021887406" sldId="269"/>
            <ac:spMk id="3" creationId="{D22FFF82-2079-3C52-12CB-6447A42D684A}"/>
          </ac:spMkLst>
        </pc:spChg>
      </pc:sldChg>
      <pc:sldChg chg="modSp del mod">
        <pc:chgData name="Robbe Servaes" userId="eb0bab4c-75ae-46bd-a7ea-c60fe942941c" providerId="ADAL" clId="{022A12E0-9895-4DAF-B62C-C51477931C03}" dt="2025-11-16T20:44:27.190" v="2040" actId="47"/>
        <pc:sldMkLst>
          <pc:docMk/>
          <pc:sldMk cId="945600762" sldId="270"/>
        </pc:sldMkLst>
        <pc:spChg chg="mod">
          <ac:chgData name="Robbe Servaes" userId="eb0bab4c-75ae-46bd-a7ea-c60fe942941c" providerId="ADAL" clId="{022A12E0-9895-4DAF-B62C-C51477931C03}" dt="2025-11-16T08:59:10.765" v="0" actId="122"/>
          <ac:spMkLst>
            <pc:docMk/>
            <pc:sldMk cId="945600762" sldId="270"/>
            <ac:spMk id="2" creationId="{BCE9FA23-C6B5-1E94-63AF-DC0D10814720}"/>
          </ac:spMkLst>
        </pc:spChg>
        <pc:spChg chg="mod">
          <ac:chgData name="Robbe Servaes" userId="eb0bab4c-75ae-46bd-a7ea-c60fe942941c" providerId="ADAL" clId="{022A12E0-9895-4DAF-B62C-C51477931C03}" dt="2025-11-16T08:59:23.637" v="2" actId="120"/>
          <ac:spMkLst>
            <pc:docMk/>
            <pc:sldMk cId="945600762" sldId="270"/>
            <ac:spMk id="3" creationId="{299EAFDF-C70D-2B38-13E7-06D367EED5B9}"/>
          </ac:spMkLst>
        </pc:spChg>
      </pc:sldChg>
      <pc:sldChg chg="modSp mod modNotesTx">
        <pc:chgData name="Robbe Servaes" userId="eb0bab4c-75ae-46bd-a7ea-c60fe942941c" providerId="ADAL" clId="{022A12E0-9895-4DAF-B62C-C51477931C03}" dt="2025-11-16T20:30:58.218" v="2031" actId="20577"/>
        <pc:sldMkLst>
          <pc:docMk/>
          <pc:sldMk cId="2089637191" sldId="271"/>
        </pc:sldMkLst>
        <pc:spChg chg="mod">
          <ac:chgData name="Robbe Servaes" userId="eb0bab4c-75ae-46bd-a7ea-c60fe942941c" providerId="ADAL" clId="{022A12E0-9895-4DAF-B62C-C51477931C03}" dt="2025-11-16T09:02:01.593" v="48" actId="122"/>
          <ac:spMkLst>
            <pc:docMk/>
            <pc:sldMk cId="2089637191" sldId="271"/>
            <ac:spMk id="2" creationId="{919309E0-85FF-70BC-4C23-81183899D25A}"/>
          </ac:spMkLst>
        </pc:spChg>
      </pc:sldChg>
      <pc:sldChg chg="modSp new mod ord">
        <pc:chgData name="Robbe Servaes" userId="eb0bab4c-75ae-46bd-a7ea-c60fe942941c" providerId="ADAL" clId="{022A12E0-9895-4DAF-B62C-C51477931C03}" dt="2025-11-16T21:33:40.654" v="2387" actId="207"/>
        <pc:sldMkLst>
          <pc:docMk/>
          <pc:sldMk cId="636854417" sldId="272"/>
        </pc:sldMkLst>
        <pc:spChg chg="mod">
          <ac:chgData name="Robbe Servaes" userId="eb0bab4c-75ae-46bd-a7ea-c60fe942941c" providerId="ADAL" clId="{022A12E0-9895-4DAF-B62C-C51477931C03}" dt="2025-11-16T09:00:55.675" v="32" actId="122"/>
          <ac:spMkLst>
            <pc:docMk/>
            <pc:sldMk cId="636854417" sldId="272"/>
            <ac:spMk id="2" creationId="{5C2A3B94-E79F-4450-BFF5-217E9730BAD5}"/>
          </ac:spMkLst>
        </pc:spChg>
        <pc:spChg chg="mod">
          <ac:chgData name="Robbe Servaes" userId="eb0bab4c-75ae-46bd-a7ea-c60fe942941c" providerId="ADAL" clId="{022A12E0-9895-4DAF-B62C-C51477931C03}" dt="2025-11-16T21:33:40.654" v="2387" actId="207"/>
          <ac:spMkLst>
            <pc:docMk/>
            <pc:sldMk cId="636854417" sldId="272"/>
            <ac:spMk id="13" creationId="{E34607A6-5B25-32C1-EDFD-0FC2F059152B}"/>
          </ac:spMkLst>
        </pc:spChg>
      </pc:sldChg>
      <pc:sldChg chg="addSp modSp new mod setBg modNotesTx">
        <pc:chgData name="Robbe Servaes" userId="eb0bab4c-75ae-46bd-a7ea-c60fe942941c" providerId="ADAL" clId="{022A12E0-9895-4DAF-B62C-C51477931C03}" dt="2025-11-16T21:54:27.462" v="2506" actId="26606"/>
        <pc:sldMkLst>
          <pc:docMk/>
          <pc:sldMk cId="1099759658" sldId="273"/>
        </pc:sldMkLst>
        <pc:spChg chg="mod">
          <ac:chgData name="Robbe Servaes" userId="eb0bab4c-75ae-46bd-a7ea-c60fe942941c" providerId="ADAL" clId="{022A12E0-9895-4DAF-B62C-C51477931C03}" dt="2025-11-16T21:54:27.462" v="2506" actId="26606"/>
          <ac:spMkLst>
            <pc:docMk/>
            <pc:sldMk cId="1099759658" sldId="273"/>
            <ac:spMk id="2" creationId="{44F68819-E1A1-413A-FBF1-6A7CC4FC8C48}"/>
          </ac:spMkLst>
        </pc:spChg>
        <pc:spChg chg="mod">
          <ac:chgData name="Robbe Servaes" userId="eb0bab4c-75ae-46bd-a7ea-c60fe942941c" providerId="ADAL" clId="{022A12E0-9895-4DAF-B62C-C51477931C03}" dt="2025-11-16T21:54:27.462" v="2506" actId="26606"/>
          <ac:spMkLst>
            <pc:docMk/>
            <pc:sldMk cId="1099759658" sldId="273"/>
            <ac:spMk id="3" creationId="{3EA3F1A9-F5E6-F806-9FB0-C7E0AF63E62A}"/>
          </ac:spMkLst>
        </pc:spChg>
        <pc:spChg chg="add">
          <ac:chgData name="Robbe Servaes" userId="eb0bab4c-75ae-46bd-a7ea-c60fe942941c" providerId="ADAL" clId="{022A12E0-9895-4DAF-B62C-C51477931C03}" dt="2025-11-16T21:54:27.462" v="2506" actId="26606"/>
          <ac:spMkLst>
            <pc:docMk/>
            <pc:sldMk cId="1099759658" sldId="273"/>
            <ac:spMk id="9223" creationId="{E53615EE-C559-4E03-999B-5477F1626FE5}"/>
          </ac:spMkLst>
        </pc:spChg>
        <pc:picChg chg="add mod">
          <ac:chgData name="Robbe Servaes" userId="eb0bab4c-75ae-46bd-a7ea-c60fe942941c" providerId="ADAL" clId="{022A12E0-9895-4DAF-B62C-C51477931C03}" dt="2025-11-16T21:54:27.462" v="2506" actId="26606"/>
          <ac:picMkLst>
            <pc:docMk/>
            <pc:sldMk cId="1099759658" sldId="273"/>
            <ac:picMk id="5" creationId="{7B7F6A06-ACF4-B038-127C-87B92CFA23D4}"/>
          </ac:picMkLst>
        </pc:picChg>
        <pc:picChg chg="mod">
          <ac:chgData name="Robbe Servaes" userId="eb0bab4c-75ae-46bd-a7ea-c60fe942941c" providerId="ADAL" clId="{022A12E0-9895-4DAF-B62C-C51477931C03}" dt="2025-11-16T21:54:27.462" v="2506" actId="26606"/>
          <ac:picMkLst>
            <pc:docMk/>
            <pc:sldMk cId="1099759658" sldId="273"/>
            <ac:picMk id="9218" creationId="{A38419E9-9AB8-07DC-7875-11154B1CFDB0}"/>
          </ac:picMkLst>
        </pc:picChg>
        <pc:cxnChg chg="add">
          <ac:chgData name="Robbe Servaes" userId="eb0bab4c-75ae-46bd-a7ea-c60fe942941c" providerId="ADAL" clId="{022A12E0-9895-4DAF-B62C-C51477931C03}" dt="2025-11-16T21:54:27.462" v="2506" actId="26606"/>
          <ac:cxnSpMkLst>
            <pc:docMk/>
            <pc:sldMk cId="1099759658" sldId="273"/>
            <ac:cxnSpMk id="9225" creationId="{799A8EBD-049C-48E6-97ED-C9102D78FC79}"/>
          </ac:cxnSpMkLst>
        </pc:cxnChg>
        <pc:cxnChg chg="add">
          <ac:chgData name="Robbe Servaes" userId="eb0bab4c-75ae-46bd-a7ea-c60fe942941c" providerId="ADAL" clId="{022A12E0-9895-4DAF-B62C-C51477931C03}" dt="2025-11-16T21:54:27.462" v="2506" actId="26606"/>
          <ac:cxnSpMkLst>
            <pc:docMk/>
            <pc:sldMk cId="1099759658" sldId="273"/>
            <ac:cxnSpMk id="9227" creationId="{07AB7C5C-C091-4C25-B1BD-93E2F6948C92}"/>
          </ac:cxnSpMkLst>
        </pc:cxnChg>
      </pc:sldChg>
      <pc:sldChg chg="modSp new mod modNotesTx">
        <pc:chgData name="Robbe Servaes" userId="eb0bab4c-75ae-46bd-a7ea-c60fe942941c" providerId="ADAL" clId="{022A12E0-9895-4DAF-B62C-C51477931C03}" dt="2025-11-16T22:19:22.216" v="3029" actId="20577"/>
        <pc:sldMkLst>
          <pc:docMk/>
          <pc:sldMk cId="908312342" sldId="274"/>
        </pc:sldMkLst>
        <pc:spChg chg="mod">
          <ac:chgData name="Robbe Servaes" userId="eb0bab4c-75ae-46bd-a7ea-c60fe942941c" providerId="ADAL" clId="{022A12E0-9895-4DAF-B62C-C51477931C03}" dt="2025-11-16T09:01:43.483" v="43" actId="122"/>
          <ac:spMkLst>
            <pc:docMk/>
            <pc:sldMk cId="908312342" sldId="274"/>
            <ac:spMk id="2" creationId="{AE993D81-A00C-13A2-C6B0-9D9B4143A138}"/>
          </ac:spMkLst>
        </pc:spChg>
        <pc:spChg chg="mod">
          <ac:chgData name="Robbe Servaes" userId="eb0bab4c-75ae-46bd-a7ea-c60fe942941c" providerId="ADAL" clId="{022A12E0-9895-4DAF-B62C-C51477931C03}" dt="2025-11-16T22:18:22.701" v="2882" actId="20577"/>
          <ac:spMkLst>
            <pc:docMk/>
            <pc:sldMk cId="908312342" sldId="274"/>
            <ac:spMk id="3" creationId="{FDF0FC9F-A4DB-1A16-285B-8A26DAB7C515}"/>
          </ac:spMkLst>
        </pc:spChg>
      </pc:sldChg>
      <pc:sldChg chg="modSp mod modNotesTx">
        <pc:chgData name="Robbe Servaes" userId="eb0bab4c-75ae-46bd-a7ea-c60fe942941c" providerId="ADAL" clId="{022A12E0-9895-4DAF-B62C-C51477931C03}" dt="2025-11-16T19:14:15.531" v="152" actId="20577"/>
        <pc:sldMkLst>
          <pc:docMk/>
          <pc:sldMk cId="3467612599" sldId="275"/>
        </pc:sldMkLst>
        <pc:spChg chg="mod">
          <ac:chgData name="Robbe Servaes" userId="eb0bab4c-75ae-46bd-a7ea-c60fe942941c" providerId="ADAL" clId="{022A12E0-9895-4DAF-B62C-C51477931C03}" dt="2025-11-16T19:09:48.482" v="130" actId="14100"/>
          <ac:spMkLst>
            <pc:docMk/>
            <pc:sldMk cId="3467612599" sldId="275"/>
            <ac:spMk id="2" creationId="{D609020D-745C-9084-BF3F-1094589FE7B0}"/>
          </ac:spMkLst>
        </pc:spChg>
      </pc:sldChg>
      <pc:sldChg chg="addSp modSp mod modNotesTx">
        <pc:chgData name="Robbe Servaes" userId="eb0bab4c-75ae-46bd-a7ea-c60fe942941c" providerId="ADAL" clId="{022A12E0-9895-4DAF-B62C-C51477931C03}" dt="2025-11-16T21:46:21.224" v="2499" actId="20577"/>
        <pc:sldMkLst>
          <pc:docMk/>
          <pc:sldMk cId="589419213" sldId="278"/>
        </pc:sldMkLst>
        <pc:picChg chg="add mod">
          <ac:chgData name="Robbe Servaes" userId="eb0bab4c-75ae-46bd-a7ea-c60fe942941c" providerId="ADAL" clId="{022A12E0-9895-4DAF-B62C-C51477931C03}" dt="2025-11-16T21:36:12.819" v="2393" actId="1076"/>
          <ac:picMkLst>
            <pc:docMk/>
            <pc:sldMk cId="589419213" sldId="278"/>
            <ac:picMk id="6" creationId="{04D6B0E3-AFF0-02CC-C7AF-07F4F6CAE23A}"/>
          </ac:picMkLst>
        </pc:picChg>
      </pc:sldChg>
    </pc:docChg>
  </pc:docChgLst>
  <pc:docChgLst>
    <pc:chgData name="Melih Kudretov" userId="S::melih.kudretov@student.odisee.be::22de7c30-ca6b-463c-bf89-4972b28f334b" providerId="AD" clId="Web-{97BCC552-E595-AF5C-FDA7-FCE38055098B}"/>
    <pc:docChg chg="sldOrd">
      <pc:chgData name="Melih Kudretov" userId="S::melih.kudretov@student.odisee.be::22de7c30-ca6b-463c-bf89-4972b28f334b" providerId="AD" clId="Web-{97BCC552-E595-AF5C-FDA7-FCE38055098B}" dt="2025-11-17T08:08:47.886" v="0"/>
      <pc:docMkLst>
        <pc:docMk/>
      </pc:docMkLst>
      <pc:sldChg chg="ord">
        <pc:chgData name="Melih Kudretov" userId="S::melih.kudretov@student.odisee.be::22de7c30-ca6b-463c-bf89-4972b28f334b" providerId="AD" clId="Web-{97BCC552-E595-AF5C-FDA7-FCE38055098B}" dt="2025-11-17T08:08:47.886" v="0"/>
        <pc:sldMkLst>
          <pc:docMk/>
          <pc:sldMk cId="595304413" sldId="276"/>
        </pc:sldMkLst>
      </pc:sldChg>
    </pc:docChg>
  </pc:docChgLst>
  <pc:docChgLst>
    <pc:chgData name="Kai Hellebuyck" userId="6d43cc7b-2a90-448e-9417-632c0c018297" providerId="ADAL" clId="{980BF1A2-6994-4E3C-93E5-C1EB1F08233A}"/>
    <pc:docChg chg="undo redo custSel addSld delSld modSld sldOrd">
      <pc:chgData name="Kai Hellebuyck" userId="6d43cc7b-2a90-448e-9417-632c0c018297" providerId="ADAL" clId="{980BF1A2-6994-4E3C-93E5-C1EB1F08233A}" dt="2025-11-17T08:05:53.477" v="7787" actId="20577"/>
      <pc:docMkLst>
        <pc:docMk/>
      </pc:docMkLst>
      <pc:sldChg chg="addSp delSp modSp mod modNotesTx">
        <pc:chgData name="Kai Hellebuyck" userId="6d43cc7b-2a90-448e-9417-632c0c018297" providerId="ADAL" clId="{980BF1A2-6994-4E3C-93E5-C1EB1F08233A}" dt="2025-11-16T22:03:26.840" v="7350" actId="20577"/>
        <pc:sldMkLst>
          <pc:docMk/>
          <pc:sldMk cId="2352787625" sldId="256"/>
        </pc:sldMkLst>
        <pc:spChg chg="mod">
          <ac:chgData name="Kai Hellebuyck" userId="6d43cc7b-2a90-448e-9417-632c0c018297" providerId="ADAL" clId="{980BF1A2-6994-4E3C-93E5-C1EB1F08233A}" dt="2025-11-16T18:33:17.201" v="108" actId="1076"/>
          <ac:spMkLst>
            <pc:docMk/>
            <pc:sldMk cId="2352787625" sldId="256"/>
            <ac:spMk id="2" creationId="{B84A1DAC-93C6-6A20-5D19-C6F4106D9B0F}"/>
          </ac:spMkLst>
        </pc:spChg>
        <pc:picChg chg="del">
          <ac:chgData name="Kai Hellebuyck" userId="6d43cc7b-2a90-448e-9417-632c0c018297" providerId="ADAL" clId="{980BF1A2-6994-4E3C-93E5-C1EB1F08233A}" dt="2025-11-16T18:33:15.451" v="105" actId="478"/>
          <ac:picMkLst>
            <pc:docMk/>
            <pc:sldMk cId="2352787625" sldId="256"/>
            <ac:picMk id="4" creationId="{EBA07E3C-C071-93AE-800B-EEB008BDE1DC}"/>
          </ac:picMkLst>
        </pc:picChg>
        <pc:picChg chg="add mod">
          <ac:chgData name="Kai Hellebuyck" userId="6d43cc7b-2a90-448e-9417-632c0c018297" providerId="ADAL" clId="{980BF1A2-6994-4E3C-93E5-C1EB1F08233A}" dt="2025-11-16T19:06:00.979" v="390" actId="1076"/>
          <ac:picMkLst>
            <pc:docMk/>
            <pc:sldMk cId="2352787625" sldId="256"/>
            <ac:picMk id="5" creationId="{C5864634-7B67-1007-1C5D-895D5B86421A}"/>
          </ac:picMkLst>
        </pc:picChg>
      </pc:sldChg>
      <pc:sldChg chg="addSp delSp modSp mod modNotesTx">
        <pc:chgData name="Kai Hellebuyck" userId="6d43cc7b-2a90-448e-9417-632c0c018297" providerId="ADAL" clId="{980BF1A2-6994-4E3C-93E5-C1EB1F08233A}" dt="2025-11-16T20:06:38.227" v="3379" actId="1076"/>
        <pc:sldMkLst>
          <pc:docMk/>
          <pc:sldMk cId="1171952232" sldId="257"/>
        </pc:sldMkLst>
        <pc:picChg chg="add del mod">
          <ac:chgData name="Kai Hellebuyck" userId="6d43cc7b-2a90-448e-9417-632c0c018297" providerId="ADAL" clId="{980BF1A2-6994-4E3C-93E5-C1EB1F08233A}" dt="2025-11-16T19:48:34.819" v="3203" actId="478"/>
          <ac:picMkLst>
            <pc:docMk/>
            <pc:sldMk cId="1171952232" sldId="257"/>
            <ac:picMk id="5" creationId="{7AE877F2-A903-2AE4-5EFE-A63918F9A432}"/>
          </ac:picMkLst>
        </pc:picChg>
        <pc:picChg chg="add mod">
          <ac:chgData name="Kai Hellebuyck" userId="6d43cc7b-2a90-448e-9417-632c0c018297" providerId="ADAL" clId="{980BF1A2-6994-4E3C-93E5-C1EB1F08233A}" dt="2025-11-16T20:06:38.227" v="3379" actId="1076"/>
          <ac:picMkLst>
            <pc:docMk/>
            <pc:sldMk cId="1171952232" sldId="257"/>
            <ac:picMk id="7" creationId="{55F2CA23-4526-E396-FF2E-A282D9019652}"/>
          </ac:picMkLst>
        </pc:picChg>
        <pc:picChg chg="add del mod">
          <ac:chgData name="Kai Hellebuyck" userId="6d43cc7b-2a90-448e-9417-632c0c018297" providerId="ADAL" clId="{980BF1A2-6994-4E3C-93E5-C1EB1F08233A}" dt="2025-11-16T19:50:26.957" v="3230" actId="478"/>
          <ac:picMkLst>
            <pc:docMk/>
            <pc:sldMk cId="1171952232" sldId="257"/>
            <ac:picMk id="3074" creationId="{58D4DBB1-27D8-67C5-7B83-902A774972BF}"/>
          </ac:picMkLst>
        </pc:picChg>
      </pc:sldChg>
      <pc:sldChg chg="addSp delSp modSp mod modNotesTx">
        <pc:chgData name="Kai Hellebuyck" userId="6d43cc7b-2a90-448e-9417-632c0c018297" providerId="ADAL" clId="{980BF1A2-6994-4E3C-93E5-C1EB1F08233A}" dt="2025-11-16T22:08:11.375" v="7371" actId="20577"/>
        <pc:sldMkLst>
          <pc:docMk/>
          <pc:sldMk cId="2667796160" sldId="258"/>
        </pc:sldMkLst>
        <pc:spChg chg="mod">
          <ac:chgData name="Kai Hellebuyck" userId="6d43cc7b-2a90-448e-9417-632c0c018297" providerId="ADAL" clId="{980BF1A2-6994-4E3C-93E5-C1EB1F08233A}" dt="2025-11-16T22:04:12.052" v="7351" actId="13926"/>
          <ac:spMkLst>
            <pc:docMk/>
            <pc:sldMk cId="2667796160" sldId="258"/>
            <ac:spMk id="3" creationId="{A6D3ABA5-308F-050A-5809-5358D54E78AE}"/>
          </ac:spMkLst>
        </pc:spChg>
        <pc:picChg chg="add del mod">
          <ac:chgData name="Kai Hellebuyck" userId="6d43cc7b-2a90-448e-9417-632c0c018297" providerId="ADAL" clId="{980BF1A2-6994-4E3C-93E5-C1EB1F08233A}" dt="2025-11-16T19:53:33.005" v="3241" actId="478"/>
          <ac:picMkLst>
            <pc:docMk/>
            <pc:sldMk cId="2667796160" sldId="258"/>
            <ac:picMk id="5" creationId="{3AA773F7-620F-3239-98A4-E7D26C113191}"/>
          </ac:picMkLst>
        </pc:picChg>
        <pc:picChg chg="add mod">
          <ac:chgData name="Kai Hellebuyck" userId="6d43cc7b-2a90-448e-9417-632c0c018297" providerId="ADAL" clId="{980BF1A2-6994-4E3C-93E5-C1EB1F08233A}" dt="2025-11-16T19:53:51.335" v="3249" actId="1076"/>
          <ac:picMkLst>
            <pc:docMk/>
            <pc:sldMk cId="2667796160" sldId="258"/>
            <ac:picMk id="7" creationId="{CDDF30F8-6E57-5E4F-51E9-8776A2D80D35}"/>
          </ac:picMkLst>
        </pc:picChg>
        <pc:picChg chg="add del mod">
          <ac:chgData name="Kai Hellebuyck" userId="6d43cc7b-2a90-448e-9417-632c0c018297" providerId="ADAL" clId="{980BF1A2-6994-4E3C-93E5-C1EB1F08233A}" dt="2025-11-16T19:50:25.459" v="3229" actId="478"/>
          <ac:picMkLst>
            <pc:docMk/>
            <pc:sldMk cId="2667796160" sldId="258"/>
            <ac:picMk id="7170" creationId="{7EFB10C8-B9CA-E5AD-57F9-5F5C813E6271}"/>
          </ac:picMkLst>
        </pc:picChg>
      </pc:sldChg>
      <pc:sldChg chg="addSp delSp modSp mod setBg modNotesTx">
        <pc:chgData name="Kai Hellebuyck" userId="6d43cc7b-2a90-448e-9417-632c0c018297" providerId="ADAL" clId="{980BF1A2-6994-4E3C-93E5-C1EB1F08233A}" dt="2025-11-16T19:47:45.530" v="3197" actId="27614"/>
        <pc:sldMkLst>
          <pc:docMk/>
          <pc:sldMk cId="362130422" sldId="259"/>
        </pc:sldMkLst>
        <pc:spChg chg="mod">
          <ac:chgData name="Kai Hellebuyck" userId="6d43cc7b-2a90-448e-9417-632c0c018297" providerId="ADAL" clId="{980BF1A2-6994-4E3C-93E5-C1EB1F08233A}" dt="2025-11-16T19:27:10.485" v="1225" actId="26606"/>
          <ac:spMkLst>
            <pc:docMk/>
            <pc:sldMk cId="362130422" sldId="259"/>
            <ac:spMk id="2" creationId="{156C1B18-30D5-A956-3D90-9858BC7CD213}"/>
          </ac:spMkLst>
        </pc:spChg>
        <pc:spChg chg="mod ord">
          <ac:chgData name="Kai Hellebuyck" userId="6d43cc7b-2a90-448e-9417-632c0c018297" providerId="ADAL" clId="{980BF1A2-6994-4E3C-93E5-C1EB1F08233A}" dt="2025-11-16T19:30:50.459" v="1257" actId="14100"/>
          <ac:spMkLst>
            <pc:docMk/>
            <pc:sldMk cId="362130422" sldId="259"/>
            <ac:spMk id="3" creationId="{36C33DF2-81F8-91D1-422B-45D137AD17B7}"/>
          </ac:spMkLst>
        </pc:spChg>
        <pc:spChg chg="add">
          <ac:chgData name="Kai Hellebuyck" userId="6d43cc7b-2a90-448e-9417-632c0c018297" providerId="ADAL" clId="{980BF1A2-6994-4E3C-93E5-C1EB1F08233A}" dt="2025-11-16T19:25:55.865" v="1189"/>
          <ac:spMkLst>
            <pc:docMk/>
            <pc:sldMk cId="362130422" sldId="259"/>
            <ac:spMk id="4" creationId="{973AE54E-9228-93DB-D07E-449DAA69DFFA}"/>
          </ac:spMkLst>
        </pc:spChg>
        <pc:spChg chg="add">
          <ac:chgData name="Kai Hellebuyck" userId="6d43cc7b-2a90-448e-9417-632c0c018297" providerId="ADAL" clId="{980BF1A2-6994-4E3C-93E5-C1EB1F08233A}" dt="2025-11-16T19:26:00.132" v="1190"/>
          <ac:spMkLst>
            <pc:docMk/>
            <pc:sldMk cId="362130422" sldId="259"/>
            <ac:spMk id="5" creationId="{FB7B0C01-037F-9B0D-52C4-8487A85CB3E6}"/>
          </ac:spMkLst>
        </pc:spChg>
        <pc:spChg chg="add del">
          <ac:chgData name="Kai Hellebuyck" userId="6d43cc7b-2a90-448e-9417-632c0c018297" providerId="ADAL" clId="{980BF1A2-6994-4E3C-93E5-C1EB1F08233A}" dt="2025-11-16T19:27:10.485" v="1225" actId="26606"/>
          <ac:spMkLst>
            <pc:docMk/>
            <pc:sldMk cId="362130422" sldId="259"/>
            <ac:spMk id="12" creationId="{E49D7415-2F11-44C2-B6AA-13A25B6814B9}"/>
          </ac:spMkLst>
        </pc:spChg>
        <pc:picChg chg="add del mod">
          <ac:chgData name="Kai Hellebuyck" userId="6d43cc7b-2a90-448e-9417-632c0c018297" providerId="ADAL" clId="{980BF1A2-6994-4E3C-93E5-C1EB1F08233A}" dt="2025-11-16T19:27:10.694" v="1226" actId="14100"/>
          <ac:picMkLst>
            <pc:docMk/>
            <pc:sldMk cId="362130422" sldId="259"/>
            <ac:picMk id="7" creationId="{7C1F62FA-1E1C-805E-00B1-8D7C56EE8858}"/>
          </ac:picMkLst>
        </pc:picChg>
        <pc:picChg chg="add mod">
          <ac:chgData name="Kai Hellebuyck" userId="6d43cc7b-2a90-448e-9417-632c0c018297" providerId="ADAL" clId="{980BF1A2-6994-4E3C-93E5-C1EB1F08233A}" dt="2025-11-16T19:27:09.174" v="1220"/>
          <ac:picMkLst>
            <pc:docMk/>
            <pc:sldMk cId="362130422" sldId="259"/>
            <ac:picMk id="9" creationId="{F92D39BD-F942-F656-6C5C-BAAF4CBFD3B6}"/>
          </ac:picMkLst>
        </pc:picChg>
        <pc:picChg chg="add del mod">
          <ac:chgData name="Kai Hellebuyck" userId="6d43cc7b-2a90-448e-9417-632c0c018297" providerId="ADAL" clId="{980BF1A2-6994-4E3C-93E5-C1EB1F08233A}" dt="2025-11-16T19:29:55.208" v="1236" actId="478"/>
          <ac:picMkLst>
            <pc:docMk/>
            <pc:sldMk cId="362130422" sldId="259"/>
            <ac:picMk id="11" creationId="{DA275D65-58C9-862A-6AF6-60F74BC953B1}"/>
          </ac:picMkLst>
        </pc:picChg>
        <pc:picChg chg="add del mod">
          <ac:chgData name="Kai Hellebuyck" userId="6d43cc7b-2a90-448e-9417-632c0c018297" providerId="ADAL" clId="{980BF1A2-6994-4E3C-93E5-C1EB1F08233A}" dt="2025-11-16T19:47:34.115" v="3193" actId="478"/>
          <ac:picMkLst>
            <pc:docMk/>
            <pc:sldMk cId="362130422" sldId="259"/>
            <ac:picMk id="15" creationId="{0F8CF9E8-DDAA-E365-63FE-EA44AE04B3CE}"/>
          </ac:picMkLst>
        </pc:picChg>
        <pc:picChg chg="add del mod">
          <ac:chgData name="Kai Hellebuyck" userId="6d43cc7b-2a90-448e-9417-632c0c018297" providerId="ADAL" clId="{980BF1A2-6994-4E3C-93E5-C1EB1F08233A}" dt="2025-11-16T19:47:34.716" v="3194" actId="478"/>
          <ac:picMkLst>
            <pc:docMk/>
            <pc:sldMk cId="362130422" sldId="259"/>
            <ac:picMk id="17" creationId="{B375A221-087D-466F-2903-7DAD249F1896}"/>
          </ac:picMkLst>
        </pc:picChg>
        <pc:picChg chg="add mod">
          <ac:chgData name="Kai Hellebuyck" userId="6d43cc7b-2a90-448e-9417-632c0c018297" providerId="ADAL" clId="{980BF1A2-6994-4E3C-93E5-C1EB1F08233A}" dt="2025-11-16T19:47:45.530" v="3197" actId="27614"/>
          <ac:picMkLst>
            <pc:docMk/>
            <pc:sldMk cId="362130422" sldId="259"/>
            <ac:picMk id="19" creationId="{3590AF1B-FBBA-E682-685C-8C6F92DFFDDF}"/>
          </ac:picMkLst>
        </pc:picChg>
        <pc:cxnChg chg="add del">
          <ac:chgData name="Kai Hellebuyck" userId="6d43cc7b-2a90-448e-9417-632c0c018297" providerId="ADAL" clId="{980BF1A2-6994-4E3C-93E5-C1EB1F08233A}" dt="2025-11-16T19:27:10.485" v="1225" actId="26606"/>
          <ac:cxnSpMkLst>
            <pc:docMk/>
            <pc:sldMk cId="362130422" sldId="259"/>
            <ac:cxnSpMk id="14" creationId="{4E495065-8864-87FB-2BCC-254769963EA4}"/>
          </ac:cxnSpMkLst>
        </pc:cxnChg>
      </pc:sldChg>
      <pc:sldChg chg="addSp delSp modSp mod">
        <pc:chgData name="Kai Hellebuyck" userId="6d43cc7b-2a90-448e-9417-632c0c018297" providerId="ADAL" clId="{980BF1A2-6994-4E3C-93E5-C1EB1F08233A}" dt="2025-11-16T19:50:30.585" v="3233" actId="478"/>
        <pc:sldMkLst>
          <pc:docMk/>
          <pc:sldMk cId="1741114531" sldId="260"/>
        </pc:sldMkLst>
        <pc:picChg chg="del mod">
          <ac:chgData name="Kai Hellebuyck" userId="6d43cc7b-2a90-448e-9417-632c0c018297" providerId="ADAL" clId="{980BF1A2-6994-4E3C-93E5-C1EB1F08233A}" dt="2025-11-16T18:49:57.094" v="141" actId="478"/>
          <ac:picMkLst>
            <pc:docMk/>
            <pc:sldMk cId="1741114531" sldId="260"/>
            <ac:picMk id="4" creationId="{64DE78D6-F252-D398-A8D3-3B6E48DB89FC}"/>
          </ac:picMkLst>
        </pc:picChg>
        <pc:picChg chg="mod">
          <ac:chgData name="Kai Hellebuyck" userId="6d43cc7b-2a90-448e-9417-632c0c018297" providerId="ADAL" clId="{980BF1A2-6994-4E3C-93E5-C1EB1F08233A}" dt="2025-11-16T18:53:16.812" v="194" actId="1076"/>
          <ac:picMkLst>
            <pc:docMk/>
            <pc:sldMk cId="1741114531" sldId="260"/>
            <ac:picMk id="6" creationId="{12315C5F-3E89-7C7F-A57C-9ACCC0EFC276}"/>
          </ac:picMkLst>
        </pc:picChg>
        <pc:picChg chg="add del mod">
          <ac:chgData name="Kai Hellebuyck" userId="6d43cc7b-2a90-448e-9417-632c0c018297" providerId="ADAL" clId="{980BF1A2-6994-4E3C-93E5-C1EB1F08233A}" dt="2025-11-16T19:50:30.585" v="3233" actId="478"/>
          <ac:picMkLst>
            <pc:docMk/>
            <pc:sldMk cId="1741114531" sldId="260"/>
            <ac:picMk id="6146" creationId="{DF1AAC5B-BDDB-40A0-DDC2-D59D26CD8E44}"/>
          </ac:picMkLst>
        </pc:picChg>
      </pc:sldChg>
      <pc:sldChg chg="addSp delSp modSp mod modNotesTx">
        <pc:chgData name="Kai Hellebuyck" userId="6d43cc7b-2a90-448e-9417-632c0c018297" providerId="ADAL" clId="{980BF1A2-6994-4E3C-93E5-C1EB1F08233A}" dt="2025-11-16T22:14:32.401" v="7651" actId="20577"/>
        <pc:sldMkLst>
          <pc:docMk/>
          <pc:sldMk cId="1012950877" sldId="262"/>
        </pc:sldMkLst>
        <pc:spChg chg="mod">
          <ac:chgData name="Kai Hellebuyck" userId="6d43cc7b-2a90-448e-9417-632c0c018297" providerId="ADAL" clId="{980BF1A2-6994-4E3C-93E5-C1EB1F08233A}" dt="2025-11-16T22:02:03.569" v="7338" actId="20577"/>
          <ac:spMkLst>
            <pc:docMk/>
            <pc:sldMk cId="1012950877" sldId="262"/>
            <ac:spMk id="2" creationId="{F3AF2CC3-E3DC-8F3E-0759-A637E23F6C06}"/>
          </ac:spMkLst>
        </pc:spChg>
        <pc:spChg chg="add mod">
          <ac:chgData name="Kai Hellebuyck" userId="6d43cc7b-2a90-448e-9417-632c0c018297" providerId="ADAL" clId="{980BF1A2-6994-4E3C-93E5-C1EB1F08233A}" dt="2025-11-16T22:14:32.401" v="7651" actId="20577"/>
          <ac:spMkLst>
            <pc:docMk/>
            <pc:sldMk cId="1012950877" sldId="262"/>
            <ac:spMk id="6" creationId="{B1E73F22-A855-2267-FB05-436E5CA84E9E}"/>
          </ac:spMkLst>
        </pc:spChg>
        <pc:picChg chg="del mod">
          <ac:chgData name="Kai Hellebuyck" userId="6d43cc7b-2a90-448e-9417-632c0c018297" providerId="ADAL" clId="{980BF1A2-6994-4E3C-93E5-C1EB1F08233A}" dt="2025-11-16T18:50:14.478" v="149" actId="478"/>
          <ac:picMkLst>
            <pc:docMk/>
            <pc:sldMk cId="1012950877" sldId="262"/>
            <ac:picMk id="5" creationId="{0E5DB634-02A5-2260-76DF-9EDFFFE86C8E}"/>
          </ac:picMkLst>
        </pc:picChg>
        <pc:picChg chg="add del mod">
          <ac:chgData name="Kai Hellebuyck" userId="6d43cc7b-2a90-448e-9417-632c0c018297" providerId="ADAL" clId="{980BF1A2-6994-4E3C-93E5-C1EB1F08233A}" dt="2025-11-16T22:00:50.007" v="7258" actId="478"/>
          <ac:picMkLst>
            <pc:docMk/>
            <pc:sldMk cId="1012950877" sldId="262"/>
            <ac:picMk id="9" creationId="{94161724-75F0-3364-9620-716C52754EA2}"/>
          </ac:picMkLst>
        </pc:picChg>
      </pc:sldChg>
      <pc:sldChg chg="addSp delSp modSp mod ord setBg modNotesTx">
        <pc:chgData name="Kai Hellebuyck" userId="6d43cc7b-2a90-448e-9417-632c0c018297" providerId="ADAL" clId="{980BF1A2-6994-4E3C-93E5-C1EB1F08233A}" dt="2025-11-16T21:55:59.351" v="7066" actId="20577"/>
        <pc:sldMkLst>
          <pc:docMk/>
          <pc:sldMk cId="393732612" sldId="263"/>
        </pc:sldMkLst>
        <pc:spChg chg="mod">
          <ac:chgData name="Kai Hellebuyck" userId="6d43cc7b-2a90-448e-9417-632c0c018297" providerId="ADAL" clId="{980BF1A2-6994-4E3C-93E5-C1EB1F08233A}" dt="2025-11-16T21:40:26.119" v="6555" actId="26606"/>
          <ac:spMkLst>
            <pc:docMk/>
            <pc:sldMk cId="393732612" sldId="263"/>
            <ac:spMk id="2" creationId="{A16DA460-273B-2959-CB1C-A1A9A3C01AD8}"/>
          </ac:spMkLst>
        </pc:spChg>
        <pc:spChg chg="mod">
          <ac:chgData name="Kai Hellebuyck" userId="6d43cc7b-2a90-448e-9417-632c0c018297" providerId="ADAL" clId="{980BF1A2-6994-4E3C-93E5-C1EB1F08233A}" dt="2025-11-16T21:43:05.037" v="6648" actId="20577"/>
          <ac:spMkLst>
            <pc:docMk/>
            <pc:sldMk cId="393732612" sldId="263"/>
            <ac:spMk id="3" creationId="{FE68E949-ED3D-2EFE-F11E-B97A78F2C5D4}"/>
          </ac:spMkLst>
        </pc:spChg>
        <pc:spChg chg="add">
          <ac:chgData name="Kai Hellebuyck" userId="6d43cc7b-2a90-448e-9417-632c0c018297" providerId="ADAL" clId="{980BF1A2-6994-4E3C-93E5-C1EB1F08233A}" dt="2025-11-16T21:40:26.119" v="6555" actId="26606"/>
          <ac:spMkLst>
            <pc:docMk/>
            <pc:sldMk cId="393732612" sldId="263"/>
            <ac:spMk id="11" creationId="{E49D7415-2F11-44C2-B6AA-13A25B6814B9}"/>
          </ac:spMkLst>
        </pc:spChg>
        <pc:picChg chg="del">
          <ac:chgData name="Kai Hellebuyck" userId="6d43cc7b-2a90-448e-9417-632c0c018297" providerId="ADAL" clId="{980BF1A2-6994-4E3C-93E5-C1EB1F08233A}" dt="2025-11-16T18:50:00.700" v="142" actId="478"/>
          <ac:picMkLst>
            <pc:docMk/>
            <pc:sldMk cId="393732612" sldId="263"/>
            <ac:picMk id="5" creationId="{AE690295-2B0D-BD27-4199-C30C8D331E5D}"/>
          </ac:picMkLst>
        </pc:picChg>
        <pc:picChg chg="add mod">
          <ac:chgData name="Kai Hellebuyck" userId="6d43cc7b-2a90-448e-9417-632c0c018297" providerId="ADAL" clId="{980BF1A2-6994-4E3C-93E5-C1EB1F08233A}" dt="2025-11-16T21:40:28.917" v="6556" actId="27614"/>
          <ac:picMkLst>
            <pc:docMk/>
            <pc:sldMk cId="393732612" sldId="263"/>
            <ac:picMk id="6" creationId="{7513ACEA-F5FE-91D8-443E-56001F54A0A0}"/>
          </ac:picMkLst>
        </pc:picChg>
        <pc:picChg chg="del">
          <ac:chgData name="Kai Hellebuyck" userId="6d43cc7b-2a90-448e-9417-632c0c018297" providerId="ADAL" clId="{980BF1A2-6994-4E3C-93E5-C1EB1F08233A}" dt="2025-11-16T21:40:12.526" v="6549" actId="478"/>
          <ac:picMkLst>
            <pc:docMk/>
            <pc:sldMk cId="393732612" sldId="263"/>
            <ac:picMk id="7" creationId="{86F0F85E-0A26-4112-0322-8C82CF158E52}"/>
          </ac:picMkLst>
        </pc:picChg>
        <pc:cxnChg chg="add">
          <ac:chgData name="Kai Hellebuyck" userId="6d43cc7b-2a90-448e-9417-632c0c018297" providerId="ADAL" clId="{980BF1A2-6994-4E3C-93E5-C1EB1F08233A}" dt="2025-11-16T21:40:26.119" v="6555" actId="26606"/>
          <ac:cxnSpMkLst>
            <pc:docMk/>
            <pc:sldMk cId="393732612" sldId="263"/>
            <ac:cxnSpMk id="13" creationId="{D2E57F3D-33BE-4306-87E6-245763719516}"/>
          </ac:cxnSpMkLst>
        </pc:cxnChg>
      </pc:sldChg>
      <pc:sldChg chg="addSp delSp modSp mod modNotesTx">
        <pc:chgData name="Kai Hellebuyck" userId="6d43cc7b-2a90-448e-9417-632c0c018297" providerId="ADAL" clId="{980BF1A2-6994-4E3C-93E5-C1EB1F08233A}" dt="2025-11-17T07:57:19.925" v="7762" actId="20577"/>
        <pc:sldMkLst>
          <pc:docMk/>
          <pc:sldMk cId="3212048138" sldId="264"/>
        </pc:sldMkLst>
        <pc:spChg chg="mod">
          <ac:chgData name="Kai Hellebuyck" userId="6d43cc7b-2a90-448e-9417-632c0c018297" providerId="ADAL" clId="{980BF1A2-6994-4E3C-93E5-C1EB1F08233A}" dt="2025-11-16T22:03:06.358" v="7345" actId="26606"/>
          <ac:spMkLst>
            <pc:docMk/>
            <pc:sldMk cId="3212048138" sldId="264"/>
            <ac:spMk id="2" creationId="{0BB661BA-4B1A-1C38-E829-53CE17344F92}"/>
          </ac:spMkLst>
        </pc:spChg>
        <pc:spChg chg="mod ord">
          <ac:chgData name="Kai Hellebuyck" userId="6d43cc7b-2a90-448e-9417-632c0c018297" providerId="ADAL" clId="{980BF1A2-6994-4E3C-93E5-C1EB1F08233A}" dt="2025-11-16T22:03:06.358" v="7345" actId="26606"/>
          <ac:spMkLst>
            <pc:docMk/>
            <pc:sldMk cId="3212048138" sldId="264"/>
            <ac:spMk id="3" creationId="{AF43A184-81FA-2FF7-74CC-CE884F532171}"/>
          </ac:spMkLst>
        </pc:spChg>
        <pc:spChg chg="add del mod">
          <ac:chgData name="Kai Hellebuyck" userId="6d43cc7b-2a90-448e-9417-632c0c018297" providerId="ADAL" clId="{980BF1A2-6994-4E3C-93E5-C1EB1F08233A}" dt="2025-11-16T22:02:59.515" v="7341" actId="478"/>
          <ac:spMkLst>
            <pc:docMk/>
            <pc:sldMk cId="3212048138" sldId="264"/>
            <ac:spMk id="7" creationId="{ED311BDC-9229-A618-E3D5-C4995CD6D32D}"/>
          </ac:spMkLst>
        </pc:spChg>
        <pc:spChg chg="add del">
          <ac:chgData name="Kai Hellebuyck" userId="6d43cc7b-2a90-448e-9417-632c0c018297" providerId="ADAL" clId="{980BF1A2-6994-4E3C-93E5-C1EB1F08233A}" dt="2025-11-16T22:03:06.358" v="7345" actId="26606"/>
          <ac:spMkLst>
            <pc:docMk/>
            <pc:sldMk cId="3212048138" sldId="264"/>
            <ac:spMk id="10" creationId="{E49D7415-2F11-44C2-B6AA-13A25B6814B9}"/>
          </ac:spMkLst>
        </pc:spChg>
        <pc:spChg chg="add del">
          <ac:chgData name="Kai Hellebuyck" userId="6d43cc7b-2a90-448e-9417-632c0c018297" providerId="ADAL" clId="{980BF1A2-6994-4E3C-93E5-C1EB1F08233A}" dt="2025-11-16T21:54:11.165" v="7038" actId="26606"/>
          <ac:spMkLst>
            <pc:docMk/>
            <pc:sldMk cId="3212048138" sldId="264"/>
            <ac:spMk id="14" creationId="{E49D7415-2F11-44C2-B6AA-13A25B6814B9}"/>
          </ac:spMkLst>
        </pc:spChg>
        <pc:spChg chg="add">
          <ac:chgData name="Kai Hellebuyck" userId="6d43cc7b-2a90-448e-9417-632c0c018297" providerId="ADAL" clId="{980BF1A2-6994-4E3C-93E5-C1EB1F08233A}" dt="2025-11-16T22:03:06.358" v="7345" actId="26606"/>
          <ac:spMkLst>
            <pc:docMk/>
            <pc:sldMk cId="3212048138" sldId="264"/>
            <ac:spMk id="16" creationId="{E49D7415-2F11-44C2-B6AA-13A25B6814B9}"/>
          </ac:spMkLst>
        </pc:spChg>
        <pc:spChg chg="add del">
          <ac:chgData name="Kai Hellebuyck" userId="6d43cc7b-2a90-448e-9417-632c0c018297" providerId="ADAL" clId="{980BF1A2-6994-4E3C-93E5-C1EB1F08233A}" dt="2025-11-16T21:54:06.834" v="7036" actId="26606"/>
          <ac:spMkLst>
            <pc:docMk/>
            <pc:sldMk cId="3212048138" sldId="264"/>
            <ac:spMk id="17" creationId="{E49D7415-2F11-44C2-B6AA-13A25B6814B9}"/>
          </ac:spMkLst>
        </pc:spChg>
        <pc:picChg chg="del">
          <ac:chgData name="Kai Hellebuyck" userId="6d43cc7b-2a90-448e-9417-632c0c018297" providerId="ADAL" clId="{980BF1A2-6994-4E3C-93E5-C1EB1F08233A}" dt="2025-11-16T21:54:00.499" v="7032" actId="478"/>
          <ac:picMkLst>
            <pc:docMk/>
            <pc:sldMk cId="3212048138" sldId="264"/>
            <ac:picMk id="5" creationId="{C2CF379B-0337-3E44-4551-FE0731289041}"/>
          </ac:picMkLst>
        </pc:picChg>
        <pc:picChg chg="add del mod">
          <ac:chgData name="Kai Hellebuyck" userId="6d43cc7b-2a90-448e-9417-632c0c018297" providerId="ADAL" clId="{980BF1A2-6994-4E3C-93E5-C1EB1F08233A}" dt="2025-11-16T22:02:59.903" v="7342" actId="478"/>
          <ac:picMkLst>
            <pc:docMk/>
            <pc:sldMk cId="3212048138" sldId="264"/>
            <ac:picMk id="6" creationId="{D57D2442-AD14-354F-B3F1-50DC1C301DF6}"/>
          </ac:picMkLst>
        </pc:picChg>
        <pc:picChg chg="add mod">
          <ac:chgData name="Kai Hellebuyck" userId="6d43cc7b-2a90-448e-9417-632c0c018297" providerId="ADAL" clId="{980BF1A2-6994-4E3C-93E5-C1EB1F08233A}" dt="2025-11-16T22:03:08.916" v="7347" actId="962"/>
          <ac:picMkLst>
            <pc:docMk/>
            <pc:sldMk cId="3212048138" sldId="264"/>
            <ac:picMk id="9" creationId="{A1FC81B9-03CF-4B7A-8B78-E4AC30F39991}"/>
          </ac:picMkLst>
        </pc:picChg>
        <pc:cxnChg chg="add del">
          <ac:chgData name="Kai Hellebuyck" userId="6d43cc7b-2a90-448e-9417-632c0c018297" providerId="ADAL" clId="{980BF1A2-6994-4E3C-93E5-C1EB1F08233A}" dt="2025-11-16T22:03:06.358" v="7345" actId="26606"/>
          <ac:cxnSpMkLst>
            <pc:docMk/>
            <pc:sldMk cId="3212048138" sldId="264"/>
            <ac:cxnSpMk id="12" creationId="{D2E57F3D-33BE-4306-87E6-245763719516}"/>
          </ac:cxnSpMkLst>
        </pc:cxnChg>
        <pc:cxnChg chg="add del">
          <ac:chgData name="Kai Hellebuyck" userId="6d43cc7b-2a90-448e-9417-632c0c018297" providerId="ADAL" clId="{980BF1A2-6994-4E3C-93E5-C1EB1F08233A}" dt="2025-11-16T21:54:11.165" v="7038" actId="26606"/>
          <ac:cxnSpMkLst>
            <pc:docMk/>
            <pc:sldMk cId="3212048138" sldId="264"/>
            <ac:cxnSpMk id="15" creationId="{A7C10D4C-8DED-200E-3237-3345F3F2A188}"/>
          </ac:cxnSpMkLst>
        </pc:cxnChg>
        <pc:cxnChg chg="add">
          <ac:chgData name="Kai Hellebuyck" userId="6d43cc7b-2a90-448e-9417-632c0c018297" providerId="ADAL" clId="{980BF1A2-6994-4E3C-93E5-C1EB1F08233A}" dt="2025-11-16T22:03:06.358" v="7345" actId="26606"/>
          <ac:cxnSpMkLst>
            <pc:docMk/>
            <pc:sldMk cId="3212048138" sldId="264"/>
            <ac:cxnSpMk id="18" creationId="{A7C10D4C-8DED-200E-3237-3345F3F2A188}"/>
          </ac:cxnSpMkLst>
        </pc:cxnChg>
        <pc:cxnChg chg="add del">
          <ac:chgData name="Kai Hellebuyck" userId="6d43cc7b-2a90-448e-9417-632c0c018297" providerId="ADAL" clId="{980BF1A2-6994-4E3C-93E5-C1EB1F08233A}" dt="2025-11-16T21:54:06.834" v="7036" actId="26606"/>
          <ac:cxnSpMkLst>
            <pc:docMk/>
            <pc:sldMk cId="3212048138" sldId="264"/>
            <ac:cxnSpMk id="19" creationId="{4E495065-8864-87FB-2BCC-254769963EA4}"/>
          </ac:cxnSpMkLst>
        </pc:cxnChg>
        <pc:cxnChg chg="add">
          <ac:chgData name="Kai Hellebuyck" userId="6d43cc7b-2a90-448e-9417-632c0c018297" providerId="ADAL" clId="{980BF1A2-6994-4E3C-93E5-C1EB1F08233A}" dt="2025-11-16T22:03:06.358" v="7345" actId="26606"/>
          <ac:cxnSpMkLst>
            <pc:docMk/>
            <pc:sldMk cId="3212048138" sldId="264"/>
            <ac:cxnSpMk id="20" creationId="{E8F7F80F-9EDD-0EEA-B6D7-E116EBA4FAD2}"/>
          </ac:cxnSpMkLst>
        </pc:cxnChg>
        <pc:cxnChg chg="add del">
          <ac:chgData name="Kai Hellebuyck" userId="6d43cc7b-2a90-448e-9417-632c0c018297" providerId="ADAL" clId="{980BF1A2-6994-4E3C-93E5-C1EB1F08233A}" dt="2025-11-16T21:54:11.165" v="7038" actId="26606"/>
          <ac:cxnSpMkLst>
            <pc:docMk/>
            <pc:sldMk cId="3212048138" sldId="264"/>
            <ac:cxnSpMk id="21" creationId="{E8F7F80F-9EDD-0EEA-B6D7-E116EBA4FAD2}"/>
          </ac:cxnSpMkLst>
        </pc:cxnChg>
      </pc:sldChg>
      <pc:sldChg chg="addSp delSp modSp mod ord setBg modNotesTx">
        <pc:chgData name="Kai Hellebuyck" userId="6d43cc7b-2a90-448e-9417-632c0c018297" providerId="ADAL" clId="{980BF1A2-6994-4E3C-93E5-C1EB1F08233A}" dt="2025-11-16T22:13:34.924" v="7631" actId="20577"/>
        <pc:sldMkLst>
          <pc:docMk/>
          <pc:sldMk cId="3268728878" sldId="265"/>
        </pc:sldMkLst>
        <pc:spChg chg="mod">
          <ac:chgData name="Kai Hellebuyck" userId="6d43cc7b-2a90-448e-9417-632c0c018297" providerId="ADAL" clId="{980BF1A2-6994-4E3C-93E5-C1EB1F08233A}" dt="2025-11-16T21:40:36.878" v="6557" actId="26606"/>
          <ac:spMkLst>
            <pc:docMk/>
            <pc:sldMk cId="3268728878" sldId="265"/>
            <ac:spMk id="2" creationId="{CBDD8593-F2AC-1650-E305-5DE7E2626864}"/>
          </ac:spMkLst>
        </pc:spChg>
        <pc:spChg chg="mod">
          <ac:chgData name="Kai Hellebuyck" userId="6d43cc7b-2a90-448e-9417-632c0c018297" providerId="ADAL" clId="{980BF1A2-6994-4E3C-93E5-C1EB1F08233A}" dt="2025-11-16T21:40:36.878" v="6557" actId="26606"/>
          <ac:spMkLst>
            <pc:docMk/>
            <pc:sldMk cId="3268728878" sldId="265"/>
            <ac:spMk id="3" creationId="{1F825DC3-F684-CA27-4F1C-765D91E014FA}"/>
          </ac:spMkLst>
        </pc:spChg>
        <pc:spChg chg="add">
          <ac:chgData name="Kai Hellebuyck" userId="6d43cc7b-2a90-448e-9417-632c0c018297" providerId="ADAL" clId="{980BF1A2-6994-4E3C-93E5-C1EB1F08233A}" dt="2025-11-16T21:40:36.878" v="6557" actId="26606"/>
          <ac:spMkLst>
            <pc:docMk/>
            <pc:sldMk cId="3268728878" sldId="265"/>
            <ac:spMk id="13" creationId="{E49D7415-2F11-44C2-B6AA-13A25B6814B9}"/>
          </ac:spMkLst>
        </pc:spChg>
        <pc:picChg chg="del mod">
          <ac:chgData name="Kai Hellebuyck" userId="6d43cc7b-2a90-448e-9417-632c0c018297" providerId="ADAL" clId="{980BF1A2-6994-4E3C-93E5-C1EB1F08233A}" dt="2025-11-16T21:35:36.299" v="6235" actId="478"/>
          <ac:picMkLst>
            <pc:docMk/>
            <pc:sldMk cId="3268728878" sldId="265"/>
            <ac:picMk id="5" creationId="{8A39AF71-DC5F-A161-1CB4-55CD9BD09EB7}"/>
          </ac:picMkLst>
        </pc:picChg>
        <pc:picChg chg="add del">
          <ac:chgData name="Kai Hellebuyck" userId="6d43cc7b-2a90-448e-9417-632c0c018297" providerId="ADAL" clId="{980BF1A2-6994-4E3C-93E5-C1EB1F08233A}" dt="2025-11-16T21:35:21.205" v="6227" actId="22"/>
          <ac:picMkLst>
            <pc:docMk/>
            <pc:sldMk cId="3268728878" sldId="265"/>
            <ac:picMk id="6" creationId="{4EE9E63C-CF53-EB4E-2CC5-FA55D8F2E315}"/>
          </ac:picMkLst>
        </pc:picChg>
        <pc:picChg chg="add mod">
          <ac:chgData name="Kai Hellebuyck" userId="6d43cc7b-2a90-448e-9417-632c0c018297" providerId="ADAL" clId="{980BF1A2-6994-4E3C-93E5-C1EB1F08233A}" dt="2025-11-16T21:50:47.732" v="7002" actId="1076"/>
          <ac:picMkLst>
            <pc:docMk/>
            <pc:sldMk cId="3268728878" sldId="265"/>
            <ac:picMk id="8" creationId="{A057E846-3E75-9A4F-6A67-B59E29834DE1}"/>
          </ac:picMkLst>
        </pc:picChg>
        <pc:cxnChg chg="add">
          <ac:chgData name="Kai Hellebuyck" userId="6d43cc7b-2a90-448e-9417-632c0c018297" providerId="ADAL" clId="{980BF1A2-6994-4E3C-93E5-C1EB1F08233A}" dt="2025-11-16T21:40:36.878" v="6557" actId="26606"/>
          <ac:cxnSpMkLst>
            <pc:docMk/>
            <pc:sldMk cId="3268728878" sldId="265"/>
            <ac:cxnSpMk id="15" creationId="{D2E57F3D-33BE-4306-87E6-245763719516}"/>
          </ac:cxnSpMkLst>
        </pc:cxnChg>
      </pc:sldChg>
      <pc:sldChg chg="addSp delSp modSp mod setBg modNotesTx">
        <pc:chgData name="Kai Hellebuyck" userId="6d43cc7b-2a90-448e-9417-632c0c018297" providerId="ADAL" clId="{980BF1A2-6994-4E3C-93E5-C1EB1F08233A}" dt="2025-11-16T22:21:38.948" v="7756" actId="1076"/>
        <pc:sldMkLst>
          <pc:docMk/>
          <pc:sldMk cId="1264137547" sldId="267"/>
        </pc:sldMkLst>
        <pc:spChg chg="mod">
          <ac:chgData name="Kai Hellebuyck" userId="6d43cc7b-2a90-448e-9417-632c0c018297" providerId="ADAL" clId="{980BF1A2-6994-4E3C-93E5-C1EB1F08233A}" dt="2025-11-16T21:41:52.731" v="6573" actId="26606"/>
          <ac:spMkLst>
            <pc:docMk/>
            <pc:sldMk cId="1264137547" sldId="267"/>
            <ac:spMk id="2" creationId="{8F15F125-42F7-B57E-2F98-07AF411B8A50}"/>
          </ac:spMkLst>
        </pc:spChg>
        <pc:spChg chg="mod">
          <ac:chgData name="Kai Hellebuyck" userId="6d43cc7b-2a90-448e-9417-632c0c018297" providerId="ADAL" clId="{980BF1A2-6994-4E3C-93E5-C1EB1F08233A}" dt="2025-11-16T21:41:52.731" v="6573" actId="26606"/>
          <ac:spMkLst>
            <pc:docMk/>
            <pc:sldMk cId="1264137547" sldId="267"/>
            <ac:spMk id="3" creationId="{7A32B4EB-FD96-D96D-EE46-D58028FEA8EF}"/>
          </ac:spMkLst>
        </pc:spChg>
        <pc:spChg chg="add">
          <ac:chgData name="Kai Hellebuyck" userId="6d43cc7b-2a90-448e-9417-632c0c018297" providerId="ADAL" clId="{980BF1A2-6994-4E3C-93E5-C1EB1F08233A}" dt="2025-11-16T21:41:52.731" v="6573" actId="26606"/>
          <ac:spMkLst>
            <pc:docMk/>
            <pc:sldMk cId="1264137547" sldId="267"/>
            <ac:spMk id="10" creationId="{E49D7415-2F11-44C2-B6AA-13A25B6814B9}"/>
          </ac:spMkLst>
        </pc:spChg>
        <pc:picChg chg="add del mod">
          <ac:chgData name="Kai Hellebuyck" userId="6d43cc7b-2a90-448e-9417-632c0c018297" providerId="ADAL" clId="{980BF1A2-6994-4E3C-93E5-C1EB1F08233A}" dt="2025-11-16T22:21:27.272" v="7749" actId="478"/>
          <ac:picMkLst>
            <pc:docMk/>
            <pc:sldMk cId="1264137547" sldId="267"/>
            <ac:picMk id="5" creationId="{C704FE69-4229-1B11-E7C0-332C513FB566}"/>
          </ac:picMkLst>
        </pc:picChg>
        <pc:picChg chg="add mod">
          <ac:chgData name="Kai Hellebuyck" userId="6d43cc7b-2a90-448e-9417-632c0c018297" providerId="ADAL" clId="{980BF1A2-6994-4E3C-93E5-C1EB1F08233A}" dt="2025-11-16T22:21:38.948" v="7756" actId="1076"/>
          <ac:picMkLst>
            <pc:docMk/>
            <pc:sldMk cId="1264137547" sldId="267"/>
            <ac:picMk id="7" creationId="{E578C341-86A7-CCEB-4EEF-82D9B8A54B38}"/>
          </ac:picMkLst>
        </pc:picChg>
        <pc:cxnChg chg="add">
          <ac:chgData name="Kai Hellebuyck" userId="6d43cc7b-2a90-448e-9417-632c0c018297" providerId="ADAL" clId="{980BF1A2-6994-4E3C-93E5-C1EB1F08233A}" dt="2025-11-16T21:41:52.731" v="6573" actId="26606"/>
          <ac:cxnSpMkLst>
            <pc:docMk/>
            <pc:sldMk cId="1264137547" sldId="267"/>
            <ac:cxnSpMk id="12" creationId="{D2E57F3D-33BE-4306-87E6-245763719516}"/>
          </ac:cxnSpMkLst>
        </pc:cxnChg>
      </pc:sldChg>
      <pc:sldChg chg="addSp modSp mod modNotesTx">
        <pc:chgData name="Kai Hellebuyck" userId="6d43cc7b-2a90-448e-9417-632c0c018297" providerId="ADAL" clId="{980BF1A2-6994-4E3C-93E5-C1EB1F08233A}" dt="2025-11-16T22:24:45.953" v="7761" actId="20577"/>
        <pc:sldMkLst>
          <pc:docMk/>
          <pc:sldMk cId="2675213882" sldId="268"/>
        </pc:sldMkLst>
        <pc:spChg chg="mod">
          <ac:chgData name="Kai Hellebuyck" userId="6d43cc7b-2a90-448e-9417-632c0c018297" providerId="ADAL" clId="{980BF1A2-6994-4E3C-93E5-C1EB1F08233A}" dt="2025-11-16T21:08:30.216" v="5120" actId="14100"/>
          <ac:spMkLst>
            <pc:docMk/>
            <pc:sldMk cId="2675213882" sldId="268"/>
            <ac:spMk id="3" creationId="{FCB31716-3691-0BBF-E17A-0EC3A841D72C}"/>
          </ac:spMkLst>
        </pc:spChg>
        <pc:picChg chg="add mod">
          <ac:chgData name="Kai Hellebuyck" userId="6d43cc7b-2a90-448e-9417-632c0c018297" providerId="ADAL" clId="{980BF1A2-6994-4E3C-93E5-C1EB1F08233A}" dt="2025-11-16T21:08:27.779" v="5117"/>
          <ac:picMkLst>
            <pc:docMk/>
            <pc:sldMk cId="2675213882" sldId="268"/>
            <ac:picMk id="5" creationId="{C6B807B1-48DB-E6B3-E500-6D60E5CA7447}"/>
          </ac:picMkLst>
        </pc:picChg>
        <pc:picChg chg="add mod">
          <ac:chgData name="Kai Hellebuyck" userId="6d43cc7b-2a90-448e-9417-632c0c018297" providerId="ADAL" clId="{980BF1A2-6994-4E3C-93E5-C1EB1F08233A}" dt="2025-11-16T21:08:36.372" v="5123" actId="27614"/>
          <ac:picMkLst>
            <pc:docMk/>
            <pc:sldMk cId="2675213882" sldId="268"/>
            <ac:picMk id="7" creationId="{AEF0B648-F7C1-5AF8-5C0D-7B6CD525E6C0}"/>
          </ac:picMkLst>
        </pc:picChg>
      </pc:sldChg>
      <pc:sldChg chg="addSp modSp mod modNotesTx">
        <pc:chgData name="Kai Hellebuyck" userId="6d43cc7b-2a90-448e-9417-632c0c018297" providerId="ADAL" clId="{980BF1A2-6994-4E3C-93E5-C1EB1F08233A}" dt="2025-11-17T07:58:40.081" v="7770" actId="20577"/>
        <pc:sldMkLst>
          <pc:docMk/>
          <pc:sldMk cId="3021887406" sldId="269"/>
        </pc:sldMkLst>
        <pc:spChg chg="mod">
          <ac:chgData name="Kai Hellebuyck" userId="6d43cc7b-2a90-448e-9417-632c0c018297" providerId="ADAL" clId="{980BF1A2-6994-4E3C-93E5-C1EB1F08233A}" dt="2025-11-17T07:58:40.081" v="7770" actId="20577"/>
          <ac:spMkLst>
            <pc:docMk/>
            <pc:sldMk cId="3021887406" sldId="269"/>
            <ac:spMk id="3" creationId="{D22FFF82-2079-3C52-12CB-6447A42D684A}"/>
          </ac:spMkLst>
        </pc:spChg>
        <pc:spChg chg="add">
          <ac:chgData name="Kai Hellebuyck" userId="6d43cc7b-2a90-448e-9417-632c0c018297" providerId="ADAL" clId="{980BF1A2-6994-4E3C-93E5-C1EB1F08233A}" dt="2025-11-16T21:01:39.851" v="5078"/>
          <ac:spMkLst>
            <pc:docMk/>
            <pc:sldMk cId="3021887406" sldId="269"/>
            <ac:spMk id="4" creationId="{D1074D69-7B6D-2FAB-57AB-F7DA8C2626B5}"/>
          </ac:spMkLst>
        </pc:spChg>
        <pc:picChg chg="add mod">
          <ac:chgData name="Kai Hellebuyck" userId="6d43cc7b-2a90-448e-9417-632c0c018297" providerId="ADAL" clId="{980BF1A2-6994-4E3C-93E5-C1EB1F08233A}" dt="2025-11-16T21:03:23.096" v="5095" actId="1076"/>
          <ac:picMkLst>
            <pc:docMk/>
            <pc:sldMk cId="3021887406" sldId="269"/>
            <ac:picMk id="6" creationId="{8D09429C-93F7-4EAC-344D-33E670CDD12B}"/>
          </ac:picMkLst>
        </pc:picChg>
      </pc:sldChg>
      <pc:sldChg chg="addSp delSp modSp add del mod">
        <pc:chgData name="Kai Hellebuyck" userId="6d43cc7b-2a90-448e-9417-632c0c018297" providerId="ADAL" clId="{980BF1A2-6994-4E3C-93E5-C1EB1F08233A}" dt="2025-11-16T20:44:11.185" v="5045" actId="47"/>
        <pc:sldMkLst>
          <pc:docMk/>
          <pc:sldMk cId="945600762" sldId="270"/>
        </pc:sldMkLst>
        <pc:spChg chg="mod">
          <ac:chgData name="Kai Hellebuyck" userId="6d43cc7b-2a90-448e-9417-632c0c018297" providerId="ADAL" clId="{980BF1A2-6994-4E3C-93E5-C1EB1F08233A}" dt="2025-11-16T19:54:43.365" v="3269" actId="5793"/>
          <ac:spMkLst>
            <pc:docMk/>
            <pc:sldMk cId="945600762" sldId="270"/>
            <ac:spMk id="3" creationId="{299EAFDF-C70D-2B38-13E7-06D367EED5B9}"/>
          </ac:spMkLst>
        </pc:spChg>
        <pc:picChg chg="add del mod">
          <ac:chgData name="Kai Hellebuyck" userId="6d43cc7b-2a90-448e-9417-632c0c018297" providerId="ADAL" clId="{980BF1A2-6994-4E3C-93E5-C1EB1F08233A}" dt="2025-11-16T19:50:27.918" v="3231" actId="478"/>
          <ac:picMkLst>
            <pc:docMk/>
            <pc:sldMk cId="945600762" sldId="270"/>
            <ac:picMk id="4098" creationId="{C90EC8D0-E8C8-8267-4BB4-008E348F7AAA}"/>
          </ac:picMkLst>
        </pc:picChg>
      </pc:sldChg>
      <pc:sldChg chg="addSp modSp mod">
        <pc:chgData name="Kai Hellebuyck" userId="6d43cc7b-2a90-448e-9417-632c0c018297" providerId="ADAL" clId="{980BF1A2-6994-4E3C-93E5-C1EB1F08233A}" dt="2025-11-16T22:24:23.815" v="7760" actId="27614"/>
        <pc:sldMkLst>
          <pc:docMk/>
          <pc:sldMk cId="2089637191" sldId="271"/>
        </pc:sldMkLst>
        <pc:picChg chg="add mod">
          <ac:chgData name="Kai Hellebuyck" userId="6d43cc7b-2a90-448e-9417-632c0c018297" providerId="ADAL" clId="{980BF1A2-6994-4E3C-93E5-C1EB1F08233A}" dt="2025-11-16T22:24:23.815" v="7760" actId="27614"/>
          <ac:picMkLst>
            <pc:docMk/>
            <pc:sldMk cId="2089637191" sldId="271"/>
            <ac:picMk id="5" creationId="{DF213DD0-810F-79B3-8888-2BADF6FA30A5}"/>
          </ac:picMkLst>
        </pc:picChg>
      </pc:sldChg>
      <pc:sldChg chg="addSp delSp modSp mod ord modTransition setBg modNotesTx">
        <pc:chgData name="Kai Hellebuyck" userId="6d43cc7b-2a90-448e-9417-632c0c018297" providerId="ADAL" clId="{980BF1A2-6994-4E3C-93E5-C1EB1F08233A}" dt="2025-11-17T08:05:53.477" v="7787" actId="20577"/>
        <pc:sldMkLst>
          <pc:docMk/>
          <pc:sldMk cId="636854417" sldId="272"/>
        </pc:sldMkLst>
        <pc:spChg chg="mod">
          <ac:chgData name="Kai Hellebuyck" userId="6d43cc7b-2a90-448e-9417-632c0c018297" providerId="ADAL" clId="{980BF1A2-6994-4E3C-93E5-C1EB1F08233A}" dt="2025-11-16T21:12:11.030" v="5155" actId="13926"/>
          <ac:spMkLst>
            <pc:docMk/>
            <pc:sldMk cId="636854417" sldId="272"/>
            <ac:spMk id="2" creationId="{5C2A3B94-E79F-4450-BFF5-217E9730BAD5}"/>
          </ac:spMkLst>
        </pc:spChg>
        <pc:spChg chg="del">
          <ac:chgData name="Kai Hellebuyck" userId="6d43cc7b-2a90-448e-9417-632c0c018297" providerId="ADAL" clId="{980BF1A2-6994-4E3C-93E5-C1EB1F08233A}" dt="2025-11-16T19:20:33.810" v="1125"/>
          <ac:spMkLst>
            <pc:docMk/>
            <pc:sldMk cId="636854417" sldId="272"/>
            <ac:spMk id="3" creationId="{F715165B-FD3E-39AA-1443-020597F019E7}"/>
          </ac:spMkLst>
        </pc:spChg>
        <pc:spChg chg="add del mod">
          <ac:chgData name="Kai Hellebuyck" userId="6d43cc7b-2a90-448e-9417-632c0c018297" providerId="ADAL" clId="{980BF1A2-6994-4E3C-93E5-C1EB1F08233A}" dt="2025-11-16T19:20:58.297" v="1135"/>
          <ac:spMkLst>
            <pc:docMk/>
            <pc:sldMk cId="636854417" sldId="272"/>
            <ac:spMk id="7" creationId="{3235D9AE-2FAE-77A2-E2DB-5E6084335506}"/>
          </ac:spMkLst>
        </pc:spChg>
        <pc:spChg chg="add mod">
          <ac:chgData name="Kai Hellebuyck" userId="6d43cc7b-2a90-448e-9417-632c0c018297" providerId="ADAL" clId="{980BF1A2-6994-4E3C-93E5-C1EB1F08233A}" dt="2025-11-17T08:05:53.477" v="7787" actId="20577"/>
          <ac:spMkLst>
            <pc:docMk/>
            <pc:sldMk cId="636854417" sldId="272"/>
            <ac:spMk id="13" creationId="{E34607A6-5B25-32C1-EDFD-0FC2F059152B}"/>
          </ac:spMkLst>
        </pc:spChg>
        <pc:spChg chg="add del">
          <ac:chgData name="Kai Hellebuyck" userId="6d43cc7b-2a90-448e-9417-632c0c018297" providerId="ADAL" clId="{980BF1A2-6994-4E3C-93E5-C1EB1F08233A}" dt="2025-11-16T19:22:05.531" v="1180" actId="26606"/>
          <ac:spMkLst>
            <pc:docMk/>
            <pc:sldMk cId="636854417" sldId="272"/>
            <ac:spMk id="16" creationId="{660EB578-C970-4186-B93C-45851BBC6E34}"/>
          </ac:spMkLst>
        </pc:spChg>
        <pc:spChg chg="add">
          <ac:chgData name="Kai Hellebuyck" userId="6d43cc7b-2a90-448e-9417-632c0c018297" providerId="ADAL" clId="{980BF1A2-6994-4E3C-93E5-C1EB1F08233A}" dt="2025-11-16T19:22:05.531" v="1180" actId="26606"/>
          <ac:spMkLst>
            <pc:docMk/>
            <pc:sldMk cId="636854417" sldId="272"/>
            <ac:spMk id="25" creationId="{E49D7415-2F11-44C2-B6AA-13A25B6814B9}"/>
          </ac:spMkLst>
        </pc:spChg>
        <pc:picChg chg="add del mod">
          <ac:chgData name="Kai Hellebuyck" userId="6d43cc7b-2a90-448e-9417-632c0c018297" providerId="ADAL" clId="{980BF1A2-6994-4E3C-93E5-C1EB1F08233A}" dt="2025-11-16T19:20:51.765" v="1134" actId="478"/>
          <ac:picMkLst>
            <pc:docMk/>
            <pc:sldMk cId="636854417" sldId="272"/>
            <ac:picMk id="5" creationId="{4EC71A45-E103-060D-4403-ECB1CE7C381B}"/>
          </ac:picMkLst>
        </pc:picChg>
        <pc:picChg chg="add mod">
          <ac:chgData name="Kai Hellebuyck" userId="6d43cc7b-2a90-448e-9417-632c0c018297" providerId="ADAL" clId="{980BF1A2-6994-4E3C-93E5-C1EB1F08233A}" dt="2025-11-16T20:42:41.530" v="5040" actId="1076"/>
          <ac:picMkLst>
            <pc:docMk/>
            <pc:sldMk cId="636854417" sldId="272"/>
            <ac:picMk id="9" creationId="{4E800E90-D45E-A0DD-54E6-26E2C2A86BB8}"/>
          </ac:picMkLst>
        </pc:picChg>
        <pc:cxnChg chg="add del">
          <ac:chgData name="Kai Hellebuyck" userId="6d43cc7b-2a90-448e-9417-632c0c018297" providerId="ADAL" clId="{980BF1A2-6994-4E3C-93E5-C1EB1F08233A}" dt="2025-11-16T19:22:05.531" v="1180" actId="26606"/>
          <ac:cxnSpMkLst>
            <pc:docMk/>
            <pc:sldMk cId="636854417" sldId="272"/>
            <ac:cxnSpMk id="18" creationId="{CDF57B02-07BB-407B-BB36-06D9C64A673E}"/>
          </ac:cxnSpMkLst>
        </pc:cxnChg>
        <pc:cxnChg chg="add del">
          <ac:chgData name="Kai Hellebuyck" userId="6d43cc7b-2a90-448e-9417-632c0c018297" providerId="ADAL" clId="{980BF1A2-6994-4E3C-93E5-C1EB1F08233A}" dt="2025-11-16T19:22:05.531" v="1180" actId="26606"/>
          <ac:cxnSpMkLst>
            <pc:docMk/>
            <pc:sldMk cId="636854417" sldId="272"/>
            <ac:cxnSpMk id="20" creationId="{C6855964-C920-48EB-8804-74291211C8A9}"/>
          </ac:cxnSpMkLst>
        </pc:cxnChg>
        <pc:cxnChg chg="add">
          <ac:chgData name="Kai Hellebuyck" userId="6d43cc7b-2a90-448e-9417-632c0c018297" providerId="ADAL" clId="{980BF1A2-6994-4E3C-93E5-C1EB1F08233A}" dt="2025-11-16T19:22:05.531" v="1180" actId="26606"/>
          <ac:cxnSpMkLst>
            <pc:docMk/>
            <pc:sldMk cId="636854417" sldId="272"/>
            <ac:cxnSpMk id="27" creationId="{D2E57F3D-33BE-4306-87E6-245763719516}"/>
          </ac:cxnSpMkLst>
        </pc:cxnChg>
      </pc:sldChg>
      <pc:sldChg chg="addSp delSp modSp mod modNotesTx">
        <pc:chgData name="Kai Hellebuyck" userId="6d43cc7b-2a90-448e-9417-632c0c018297" providerId="ADAL" clId="{980BF1A2-6994-4E3C-93E5-C1EB1F08233A}" dt="2025-11-16T22:10:24.540" v="7506" actId="20577"/>
        <pc:sldMkLst>
          <pc:docMk/>
          <pc:sldMk cId="1099759658" sldId="273"/>
        </pc:sldMkLst>
        <pc:spChg chg="mod">
          <ac:chgData name="Kai Hellebuyck" userId="6d43cc7b-2a90-448e-9417-632c0c018297" providerId="ADAL" clId="{980BF1A2-6994-4E3C-93E5-C1EB1F08233A}" dt="2025-11-16T21:52:43.882" v="7031" actId="20577"/>
          <ac:spMkLst>
            <pc:docMk/>
            <pc:sldMk cId="1099759658" sldId="273"/>
            <ac:spMk id="3" creationId="{3EA3F1A9-F5E6-F806-9FB0-C7E0AF63E62A}"/>
          </ac:spMkLst>
        </pc:spChg>
        <pc:picChg chg="mod">
          <ac:chgData name="Kai Hellebuyck" userId="6d43cc7b-2a90-448e-9417-632c0c018297" providerId="ADAL" clId="{980BF1A2-6994-4E3C-93E5-C1EB1F08233A}" dt="2025-11-16T21:54:38.295" v="7046" actId="1076"/>
          <ac:picMkLst>
            <pc:docMk/>
            <pc:sldMk cId="1099759658" sldId="273"/>
            <ac:picMk id="5" creationId="{7B7F6A06-ACF4-B038-127C-87B92CFA23D4}"/>
          </ac:picMkLst>
        </pc:picChg>
        <pc:picChg chg="add del mod">
          <ac:chgData name="Kai Hellebuyck" userId="6d43cc7b-2a90-448e-9417-632c0c018297" providerId="ADAL" clId="{980BF1A2-6994-4E3C-93E5-C1EB1F08233A}" dt="2025-11-16T19:50:28.939" v="3232" actId="478"/>
          <ac:picMkLst>
            <pc:docMk/>
            <pc:sldMk cId="1099759658" sldId="273"/>
            <ac:picMk id="5122" creationId="{462E1E3D-55A2-410A-C45B-F29018273F50}"/>
          </ac:picMkLst>
        </pc:picChg>
        <pc:picChg chg="add mod">
          <ac:chgData name="Kai Hellebuyck" userId="6d43cc7b-2a90-448e-9417-632c0c018297" providerId="ADAL" clId="{980BF1A2-6994-4E3C-93E5-C1EB1F08233A}" dt="2025-11-16T21:54:40.448" v="7047" actId="1076"/>
          <ac:picMkLst>
            <pc:docMk/>
            <pc:sldMk cId="1099759658" sldId="273"/>
            <ac:picMk id="9218" creationId="{A38419E9-9AB8-07DC-7875-11154B1CFDB0}"/>
          </ac:picMkLst>
        </pc:picChg>
      </pc:sldChg>
      <pc:sldChg chg="addSp delSp modSp mod modNotesTx">
        <pc:chgData name="Kai Hellebuyck" userId="6d43cc7b-2a90-448e-9417-632c0c018297" providerId="ADAL" clId="{980BF1A2-6994-4E3C-93E5-C1EB1F08233A}" dt="2025-11-16T22:02:12.806" v="7340" actId="20577"/>
        <pc:sldMkLst>
          <pc:docMk/>
          <pc:sldMk cId="908312342" sldId="274"/>
        </pc:sldMkLst>
        <pc:spChg chg="mod">
          <ac:chgData name="Kai Hellebuyck" userId="6d43cc7b-2a90-448e-9417-632c0c018297" providerId="ADAL" clId="{980BF1A2-6994-4E3C-93E5-C1EB1F08233A}" dt="2025-11-16T22:02:12.806" v="7340" actId="20577"/>
          <ac:spMkLst>
            <pc:docMk/>
            <pc:sldMk cId="908312342" sldId="274"/>
            <ac:spMk id="2" creationId="{AE993D81-A00C-13A2-C6B0-9D9B4143A138}"/>
          </ac:spMkLst>
        </pc:spChg>
        <pc:spChg chg="mod">
          <ac:chgData name="Kai Hellebuyck" userId="6d43cc7b-2a90-448e-9417-632c0c018297" providerId="ADAL" clId="{980BF1A2-6994-4E3C-93E5-C1EB1F08233A}" dt="2025-11-16T20:08:35.796" v="3442" actId="21"/>
          <ac:spMkLst>
            <pc:docMk/>
            <pc:sldMk cId="908312342" sldId="274"/>
            <ac:spMk id="3" creationId="{FDF0FC9F-A4DB-1A16-285B-8A26DAB7C515}"/>
          </ac:spMkLst>
        </pc:spChg>
        <pc:picChg chg="add del mod">
          <ac:chgData name="Kai Hellebuyck" userId="6d43cc7b-2a90-448e-9417-632c0c018297" providerId="ADAL" clId="{980BF1A2-6994-4E3C-93E5-C1EB1F08233A}" dt="2025-11-16T20:58:13.801" v="5067" actId="478"/>
          <ac:picMkLst>
            <pc:docMk/>
            <pc:sldMk cId="908312342" sldId="274"/>
            <ac:picMk id="5" creationId="{1C9FF0ED-9578-71BD-937A-23002B6E2686}"/>
          </ac:picMkLst>
        </pc:picChg>
        <pc:picChg chg="add del mod">
          <ac:chgData name="Kai Hellebuyck" userId="6d43cc7b-2a90-448e-9417-632c0c018297" providerId="ADAL" clId="{980BF1A2-6994-4E3C-93E5-C1EB1F08233A}" dt="2025-11-16T20:58:18.941" v="5071" actId="478"/>
          <ac:picMkLst>
            <pc:docMk/>
            <pc:sldMk cId="908312342" sldId="274"/>
            <ac:picMk id="7" creationId="{B75C88FA-E2F0-00D9-C303-67D7E4DFEAF6}"/>
          </ac:picMkLst>
        </pc:picChg>
        <pc:picChg chg="add mod">
          <ac:chgData name="Kai Hellebuyck" userId="6d43cc7b-2a90-448e-9417-632c0c018297" providerId="ADAL" clId="{980BF1A2-6994-4E3C-93E5-C1EB1F08233A}" dt="2025-11-16T20:58:51.806" v="5077" actId="1076"/>
          <ac:picMkLst>
            <pc:docMk/>
            <pc:sldMk cId="908312342" sldId="274"/>
            <ac:picMk id="9" creationId="{45A425A1-C96A-B717-DC9F-324D8BB5F197}"/>
          </ac:picMkLst>
        </pc:picChg>
      </pc:sldChg>
      <pc:sldChg chg="addSp delSp modSp add mod modTransition setBg modNotesTx">
        <pc:chgData name="Kai Hellebuyck" userId="6d43cc7b-2a90-448e-9417-632c0c018297" providerId="ADAL" clId="{980BF1A2-6994-4E3C-93E5-C1EB1F08233A}" dt="2025-11-16T20:40:28.903" v="5024" actId="20577"/>
        <pc:sldMkLst>
          <pc:docMk/>
          <pc:sldMk cId="3467612599" sldId="275"/>
        </pc:sldMkLst>
        <pc:spChg chg="mod">
          <ac:chgData name="Kai Hellebuyck" userId="6d43cc7b-2a90-448e-9417-632c0c018297" providerId="ADAL" clId="{980BF1A2-6994-4E3C-93E5-C1EB1F08233A}" dt="2025-11-16T19:09:23.370" v="409" actId="26606"/>
          <ac:spMkLst>
            <pc:docMk/>
            <pc:sldMk cId="3467612599" sldId="275"/>
            <ac:spMk id="2" creationId="{D609020D-745C-9084-BF3F-1094589FE7B0}"/>
          </ac:spMkLst>
        </pc:spChg>
        <pc:spChg chg="del mod ord">
          <ac:chgData name="Kai Hellebuyck" userId="6d43cc7b-2a90-448e-9417-632c0c018297" providerId="ADAL" clId="{980BF1A2-6994-4E3C-93E5-C1EB1F08233A}" dt="2025-11-16T19:08:53.651" v="401" actId="478"/>
          <ac:spMkLst>
            <pc:docMk/>
            <pc:sldMk cId="3467612599" sldId="275"/>
            <ac:spMk id="3" creationId="{69253170-EB08-9B4B-9925-3900B5106F04}"/>
          </ac:spMkLst>
        </pc:spChg>
        <pc:spChg chg="add">
          <ac:chgData name="Kai Hellebuyck" userId="6d43cc7b-2a90-448e-9417-632c0c018297" providerId="ADAL" clId="{980BF1A2-6994-4E3C-93E5-C1EB1F08233A}" dt="2025-11-16T19:08:07.458" v="391"/>
          <ac:spMkLst>
            <pc:docMk/>
            <pc:sldMk cId="3467612599" sldId="275"/>
            <ac:spMk id="10" creationId="{8CD59ED2-A3D4-CF53-03DC-858753448944}"/>
          </ac:spMkLst>
        </pc:spChg>
        <pc:spChg chg="add del mod">
          <ac:chgData name="Kai Hellebuyck" userId="6d43cc7b-2a90-448e-9417-632c0c018297" providerId="ADAL" clId="{980BF1A2-6994-4E3C-93E5-C1EB1F08233A}" dt="2025-11-16T19:09:01.421" v="402"/>
          <ac:spMkLst>
            <pc:docMk/>
            <pc:sldMk cId="3467612599" sldId="275"/>
            <ac:spMk id="14" creationId="{016303AB-83A6-0F70-0964-9A06745D7205}"/>
          </ac:spMkLst>
        </pc:spChg>
        <pc:spChg chg="add del">
          <ac:chgData name="Kai Hellebuyck" userId="6d43cc7b-2a90-448e-9417-632c0c018297" providerId="ADAL" clId="{980BF1A2-6994-4E3C-93E5-C1EB1F08233A}" dt="2025-11-16T19:08:40.093" v="398" actId="26606"/>
          <ac:spMkLst>
            <pc:docMk/>
            <pc:sldMk cId="3467612599" sldId="275"/>
            <ac:spMk id="17" creationId="{660EB578-C970-4186-B93C-45851BBC6E34}"/>
          </ac:spMkLst>
        </pc:spChg>
        <pc:spChg chg="add mod">
          <ac:chgData name="Kai Hellebuyck" userId="6d43cc7b-2a90-448e-9417-632c0c018297" providerId="ADAL" clId="{980BF1A2-6994-4E3C-93E5-C1EB1F08233A}" dt="2025-11-16T19:14:15.929" v="1124" actId="20577"/>
          <ac:spMkLst>
            <pc:docMk/>
            <pc:sldMk cId="3467612599" sldId="275"/>
            <ac:spMk id="20" creationId="{041EFEC9-02E1-CE4F-4857-81573AFA5EFB}"/>
          </ac:spMkLst>
        </pc:spChg>
        <pc:spChg chg="add">
          <ac:chgData name="Kai Hellebuyck" userId="6d43cc7b-2a90-448e-9417-632c0c018297" providerId="ADAL" clId="{980BF1A2-6994-4E3C-93E5-C1EB1F08233A}" dt="2025-11-16T19:09:23.370" v="409" actId="26606"/>
          <ac:spMkLst>
            <pc:docMk/>
            <pc:sldMk cId="3467612599" sldId="275"/>
            <ac:spMk id="25" creationId="{33E93247-6229-44AB-A550-739E971E690B}"/>
          </ac:spMkLst>
        </pc:spChg>
        <pc:picChg chg="add mod">
          <ac:chgData name="Kai Hellebuyck" userId="6d43cc7b-2a90-448e-9417-632c0c018297" providerId="ADAL" clId="{980BF1A2-6994-4E3C-93E5-C1EB1F08233A}" dt="2025-11-16T18:32:09.470" v="99" actId="1076"/>
          <ac:picMkLst>
            <pc:docMk/>
            <pc:sldMk cId="3467612599" sldId="275"/>
            <ac:picMk id="5" creationId="{EE1AA2BE-2030-CDAC-EAA9-ADB3444682E9}"/>
          </ac:picMkLst>
        </pc:picChg>
        <pc:picChg chg="add mod">
          <ac:chgData name="Kai Hellebuyck" userId="6d43cc7b-2a90-448e-9417-632c0c018297" providerId="ADAL" clId="{980BF1A2-6994-4E3C-93E5-C1EB1F08233A}" dt="2025-11-16T18:32:21.623" v="100"/>
          <ac:picMkLst>
            <pc:docMk/>
            <pc:sldMk cId="3467612599" sldId="275"/>
            <ac:picMk id="7" creationId="{66AEC7B6-C931-BE2A-7459-CDE1EC67A07F}"/>
          </ac:picMkLst>
        </pc:picChg>
        <pc:picChg chg="add del mod">
          <ac:chgData name="Kai Hellebuyck" userId="6d43cc7b-2a90-448e-9417-632c0c018297" providerId="ADAL" clId="{980BF1A2-6994-4E3C-93E5-C1EB1F08233A}" dt="2025-11-16T18:35:27.234" v="115" actId="478"/>
          <ac:picMkLst>
            <pc:docMk/>
            <pc:sldMk cId="3467612599" sldId="275"/>
            <ac:picMk id="9" creationId="{60157BEC-A5B6-50CC-47DD-2068261B5AC7}"/>
          </ac:picMkLst>
        </pc:picChg>
        <pc:picChg chg="add mod">
          <ac:chgData name="Kai Hellebuyck" userId="6d43cc7b-2a90-448e-9417-632c0c018297" providerId="ADAL" clId="{980BF1A2-6994-4E3C-93E5-C1EB1F08233A}" dt="2025-11-16T19:08:40.720" v="400"/>
          <ac:picMkLst>
            <pc:docMk/>
            <pc:sldMk cId="3467612599" sldId="275"/>
            <ac:picMk id="12" creationId="{46752721-6745-A169-1596-F9D86B56D82C}"/>
          </ac:picMkLst>
        </pc:picChg>
        <pc:picChg chg="add mod">
          <ac:chgData name="Kai Hellebuyck" userId="6d43cc7b-2a90-448e-9417-632c0c018297" providerId="ADAL" clId="{980BF1A2-6994-4E3C-93E5-C1EB1F08233A}" dt="2025-11-16T19:09:23.370" v="409" actId="26606"/>
          <ac:picMkLst>
            <pc:docMk/>
            <pc:sldMk cId="3467612599" sldId="275"/>
            <ac:picMk id="16" creationId="{1354F7A4-AE04-CBEC-96A0-FCA7AD5E21DB}"/>
          </ac:picMkLst>
        </pc:picChg>
        <pc:cxnChg chg="add">
          <ac:chgData name="Kai Hellebuyck" userId="6d43cc7b-2a90-448e-9417-632c0c018297" providerId="ADAL" clId="{980BF1A2-6994-4E3C-93E5-C1EB1F08233A}" dt="2025-11-16T19:09:23.370" v="409" actId="26606"/>
          <ac:cxnSpMkLst>
            <pc:docMk/>
            <pc:sldMk cId="3467612599" sldId="275"/>
            <ac:cxnSpMk id="18" creationId="{F64F9B95-9045-48D2-B9F3-2927E98F54AA}"/>
          </ac:cxnSpMkLst>
        </pc:cxnChg>
        <pc:cxnChg chg="add del">
          <ac:chgData name="Kai Hellebuyck" userId="6d43cc7b-2a90-448e-9417-632c0c018297" providerId="ADAL" clId="{980BF1A2-6994-4E3C-93E5-C1EB1F08233A}" dt="2025-11-16T19:08:40.093" v="398" actId="26606"/>
          <ac:cxnSpMkLst>
            <pc:docMk/>
            <pc:sldMk cId="3467612599" sldId="275"/>
            <ac:cxnSpMk id="19" creationId="{CDF57B02-07BB-407B-BB36-06D9C64A673E}"/>
          </ac:cxnSpMkLst>
        </pc:cxnChg>
        <pc:cxnChg chg="add del">
          <ac:chgData name="Kai Hellebuyck" userId="6d43cc7b-2a90-448e-9417-632c0c018297" providerId="ADAL" clId="{980BF1A2-6994-4E3C-93E5-C1EB1F08233A}" dt="2025-11-16T19:08:40.093" v="398" actId="26606"/>
          <ac:cxnSpMkLst>
            <pc:docMk/>
            <pc:sldMk cId="3467612599" sldId="275"/>
            <ac:cxnSpMk id="21" creationId="{C6855964-C920-48EB-8804-74291211C8A9}"/>
          </ac:cxnSpMkLst>
        </pc:cxnChg>
        <pc:cxnChg chg="add">
          <ac:chgData name="Kai Hellebuyck" userId="6d43cc7b-2a90-448e-9417-632c0c018297" providerId="ADAL" clId="{980BF1A2-6994-4E3C-93E5-C1EB1F08233A}" dt="2025-11-16T19:09:23.370" v="409" actId="26606"/>
          <ac:cxnSpMkLst>
            <pc:docMk/>
            <pc:sldMk cId="3467612599" sldId="275"/>
            <ac:cxnSpMk id="23" creationId="{085AA86F-6A4D-4BCB-A045-D992CDC2959B}"/>
          </ac:cxnSpMkLst>
        </pc:cxnChg>
        <pc:cxnChg chg="add">
          <ac:chgData name="Kai Hellebuyck" userId="6d43cc7b-2a90-448e-9417-632c0c018297" providerId="ADAL" clId="{980BF1A2-6994-4E3C-93E5-C1EB1F08233A}" dt="2025-11-16T19:09:23.370" v="409" actId="26606"/>
          <ac:cxnSpMkLst>
            <pc:docMk/>
            <pc:sldMk cId="3467612599" sldId="275"/>
            <ac:cxnSpMk id="27" creationId="{EE2E603F-4A95-4FE8-BB06-211DFD75DBEF}"/>
          </ac:cxnSpMkLst>
        </pc:cxnChg>
        <pc:cxnChg chg="add">
          <ac:chgData name="Kai Hellebuyck" userId="6d43cc7b-2a90-448e-9417-632c0c018297" providerId="ADAL" clId="{980BF1A2-6994-4E3C-93E5-C1EB1F08233A}" dt="2025-11-16T19:09:23.370" v="409" actId="26606"/>
          <ac:cxnSpMkLst>
            <pc:docMk/>
            <pc:sldMk cId="3467612599" sldId="275"/>
            <ac:cxnSpMk id="29" creationId="{2CF06E40-3ECB-4820-95B5-8A70B07D4B47}"/>
          </ac:cxnSpMkLst>
        </pc:cxnChg>
      </pc:sldChg>
      <pc:sldChg chg="addSp delSp modSp add mod ord modNotesTx">
        <pc:chgData name="Kai Hellebuyck" userId="6d43cc7b-2a90-448e-9417-632c0c018297" providerId="ADAL" clId="{980BF1A2-6994-4E3C-93E5-C1EB1F08233A}" dt="2025-11-16T22:11:08.657" v="7510" actId="20577"/>
        <pc:sldMkLst>
          <pc:docMk/>
          <pc:sldMk cId="595304413" sldId="276"/>
        </pc:sldMkLst>
        <pc:spChg chg="mod">
          <ac:chgData name="Kai Hellebuyck" userId="6d43cc7b-2a90-448e-9417-632c0c018297" providerId="ADAL" clId="{980BF1A2-6994-4E3C-93E5-C1EB1F08233A}" dt="2025-11-16T21:28:53.908" v="5238" actId="20577"/>
          <ac:spMkLst>
            <pc:docMk/>
            <pc:sldMk cId="595304413" sldId="276"/>
            <ac:spMk id="2" creationId="{D7DEEDBF-EB58-6039-A39F-EC1C3ACDDF61}"/>
          </ac:spMkLst>
        </pc:spChg>
        <pc:spChg chg="add del mod">
          <ac:chgData name="Kai Hellebuyck" userId="6d43cc7b-2a90-448e-9417-632c0c018297" providerId="ADAL" clId="{980BF1A2-6994-4E3C-93E5-C1EB1F08233A}" dt="2025-11-16T21:33:31.546" v="5947" actId="20577"/>
          <ac:spMkLst>
            <pc:docMk/>
            <pc:sldMk cId="595304413" sldId="276"/>
            <ac:spMk id="3" creationId="{227A6C13-4105-78FB-7009-B995C2C53C85}"/>
          </ac:spMkLst>
        </pc:spChg>
        <pc:picChg chg="del">
          <ac:chgData name="Kai Hellebuyck" userId="6d43cc7b-2a90-448e-9417-632c0c018297" providerId="ADAL" clId="{980BF1A2-6994-4E3C-93E5-C1EB1F08233A}" dt="2025-11-16T18:52:50.278" v="182" actId="478"/>
          <ac:picMkLst>
            <pc:docMk/>
            <pc:sldMk cId="595304413" sldId="276"/>
            <ac:picMk id="5" creationId="{EE93DBE0-C039-194D-B7F6-550089153898}"/>
          </ac:picMkLst>
        </pc:picChg>
        <pc:picChg chg="add mod">
          <ac:chgData name="Kai Hellebuyck" userId="6d43cc7b-2a90-448e-9417-632c0c018297" providerId="ADAL" clId="{980BF1A2-6994-4E3C-93E5-C1EB1F08233A}" dt="2025-11-16T21:28:23.723" v="5229" actId="1076"/>
          <ac:picMkLst>
            <pc:docMk/>
            <pc:sldMk cId="595304413" sldId="276"/>
            <ac:picMk id="6" creationId="{7C077E8D-07F5-0918-4236-A6C5E5DF8D0D}"/>
          </ac:picMkLst>
        </pc:picChg>
      </pc:sldChg>
      <pc:sldChg chg="addSp delSp modSp add mod modNotesTx">
        <pc:chgData name="Kai Hellebuyck" userId="6d43cc7b-2a90-448e-9417-632c0c018297" providerId="ADAL" clId="{980BF1A2-6994-4E3C-93E5-C1EB1F08233A}" dt="2025-11-16T22:11:58.723" v="7591" actId="20577"/>
        <pc:sldMkLst>
          <pc:docMk/>
          <pc:sldMk cId="1656666833" sldId="277"/>
        </pc:sldMkLst>
        <pc:spChg chg="mod">
          <ac:chgData name="Kai Hellebuyck" userId="6d43cc7b-2a90-448e-9417-632c0c018297" providerId="ADAL" clId="{980BF1A2-6994-4E3C-93E5-C1EB1F08233A}" dt="2025-11-16T21:36:00.926" v="6242" actId="13926"/>
          <ac:spMkLst>
            <pc:docMk/>
            <pc:sldMk cId="1656666833" sldId="277"/>
            <ac:spMk id="2" creationId="{4DDC381C-BB17-94B2-4B4B-00C329AB43E7}"/>
          </ac:spMkLst>
        </pc:spChg>
        <pc:spChg chg="mod">
          <ac:chgData name="Kai Hellebuyck" userId="6d43cc7b-2a90-448e-9417-632c0c018297" providerId="ADAL" clId="{980BF1A2-6994-4E3C-93E5-C1EB1F08233A}" dt="2025-11-16T21:32:53.234" v="5909" actId="20577"/>
          <ac:spMkLst>
            <pc:docMk/>
            <pc:sldMk cId="1656666833" sldId="277"/>
            <ac:spMk id="3" creationId="{94244891-254B-DC79-249D-B8C304E902F6}"/>
          </ac:spMkLst>
        </pc:spChg>
        <pc:picChg chg="del">
          <ac:chgData name="Kai Hellebuyck" userId="6d43cc7b-2a90-448e-9417-632c0c018297" providerId="ADAL" clId="{980BF1A2-6994-4E3C-93E5-C1EB1F08233A}" dt="2025-11-16T21:32:50.575" v="5908" actId="478"/>
          <ac:picMkLst>
            <pc:docMk/>
            <pc:sldMk cId="1656666833" sldId="277"/>
            <ac:picMk id="5" creationId="{EA763B7D-2A28-0A2B-BAEF-FBFC5E2CC7DD}"/>
          </ac:picMkLst>
        </pc:picChg>
        <pc:picChg chg="add mod">
          <ac:chgData name="Kai Hellebuyck" userId="6d43cc7b-2a90-448e-9417-632c0c018297" providerId="ADAL" clId="{980BF1A2-6994-4E3C-93E5-C1EB1F08233A}" dt="2025-11-16T21:34:43.217" v="6185" actId="1076"/>
          <ac:picMkLst>
            <pc:docMk/>
            <pc:sldMk cId="1656666833" sldId="277"/>
            <ac:picMk id="6" creationId="{A73D8F67-8907-08D2-C066-D3EE2DF6FDE8}"/>
          </ac:picMkLst>
        </pc:picChg>
        <pc:picChg chg="add mod">
          <ac:chgData name="Kai Hellebuyck" userId="6d43cc7b-2a90-448e-9417-632c0c018297" providerId="ADAL" clId="{980BF1A2-6994-4E3C-93E5-C1EB1F08233A}" dt="2025-11-16T21:37:32.403" v="6380" actId="1076"/>
          <ac:picMkLst>
            <pc:docMk/>
            <pc:sldMk cId="1656666833" sldId="277"/>
            <ac:picMk id="8" creationId="{DA538897-C1FE-B95E-25D0-C5233988CD28}"/>
          </ac:picMkLst>
        </pc:picChg>
      </pc:sldChg>
      <pc:sldChg chg="addSp delSp modSp add mod ord setBg modNotesTx">
        <pc:chgData name="Kai Hellebuyck" userId="6d43cc7b-2a90-448e-9417-632c0c018297" providerId="ADAL" clId="{980BF1A2-6994-4E3C-93E5-C1EB1F08233A}" dt="2025-11-16T22:13:20.814" v="7630" actId="20577"/>
        <pc:sldMkLst>
          <pc:docMk/>
          <pc:sldMk cId="589419213" sldId="278"/>
        </pc:sldMkLst>
        <pc:spChg chg="mod">
          <ac:chgData name="Kai Hellebuyck" userId="6d43cc7b-2a90-448e-9417-632c0c018297" providerId="ADAL" clId="{980BF1A2-6994-4E3C-93E5-C1EB1F08233A}" dt="2025-11-16T21:40:50.266" v="6568" actId="26606"/>
          <ac:spMkLst>
            <pc:docMk/>
            <pc:sldMk cId="589419213" sldId="278"/>
            <ac:spMk id="2" creationId="{BB65D3AF-9FBA-5FE4-C412-DA353792D871}"/>
          </ac:spMkLst>
        </pc:spChg>
        <pc:spChg chg="mod ord">
          <ac:chgData name="Kai Hellebuyck" userId="6d43cc7b-2a90-448e-9417-632c0c018297" providerId="ADAL" clId="{980BF1A2-6994-4E3C-93E5-C1EB1F08233A}" dt="2025-11-16T21:40:50.266" v="6568" actId="26606"/>
          <ac:spMkLst>
            <pc:docMk/>
            <pc:sldMk cId="589419213" sldId="278"/>
            <ac:spMk id="3" creationId="{1E045D77-8F2B-9344-3BAC-96672F6A1A3F}"/>
          </ac:spMkLst>
        </pc:spChg>
        <pc:spChg chg="add del">
          <ac:chgData name="Kai Hellebuyck" userId="6d43cc7b-2a90-448e-9417-632c0c018297" providerId="ADAL" clId="{980BF1A2-6994-4E3C-93E5-C1EB1F08233A}" dt="2025-11-16T21:40:47.618" v="6559" actId="26606"/>
          <ac:spMkLst>
            <pc:docMk/>
            <pc:sldMk cId="589419213" sldId="278"/>
            <ac:spMk id="11" creationId="{E49D7415-2F11-44C2-B6AA-13A25B6814B9}"/>
          </ac:spMkLst>
        </pc:spChg>
        <pc:spChg chg="add del">
          <ac:chgData name="Kai Hellebuyck" userId="6d43cc7b-2a90-448e-9417-632c0c018297" providerId="ADAL" clId="{980BF1A2-6994-4E3C-93E5-C1EB1F08233A}" dt="2025-11-16T21:40:48.564" v="6561" actId="26606"/>
          <ac:spMkLst>
            <pc:docMk/>
            <pc:sldMk cId="589419213" sldId="278"/>
            <ac:spMk id="15" creationId="{E49D7415-2F11-44C2-B6AA-13A25B6814B9}"/>
          </ac:spMkLst>
        </pc:spChg>
        <pc:spChg chg="add del">
          <ac:chgData name="Kai Hellebuyck" userId="6d43cc7b-2a90-448e-9417-632c0c018297" providerId="ADAL" clId="{980BF1A2-6994-4E3C-93E5-C1EB1F08233A}" dt="2025-11-16T21:40:48.878" v="6563" actId="26606"/>
          <ac:spMkLst>
            <pc:docMk/>
            <pc:sldMk cId="589419213" sldId="278"/>
            <ac:spMk id="18" creationId="{E49D7415-2F11-44C2-B6AA-13A25B6814B9}"/>
          </ac:spMkLst>
        </pc:spChg>
        <pc:spChg chg="add del">
          <ac:chgData name="Kai Hellebuyck" userId="6d43cc7b-2a90-448e-9417-632c0c018297" providerId="ADAL" clId="{980BF1A2-6994-4E3C-93E5-C1EB1F08233A}" dt="2025-11-16T21:40:49.565" v="6565" actId="26606"/>
          <ac:spMkLst>
            <pc:docMk/>
            <pc:sldMk cId="589419213" sldId="278"/>
            <ac:spMk id="21" creationId="{660EB578-C970-4186-B93C-45851BBC6E34}"/>
          </ac:spMkLst>
        </pc:spChg>
        <pc:spChg chg="add del">
          <ac:chgData name="Kai Hellebuyck" userId="6d43cc7b-2a90-448e-9417-632c0c018297" providerId="ADAL" clId="{980BF1A2-6994-4E3C-93E5-C1EB1F08233A}" dt="2025-11-16T21:40:50.266" v="6567" actId="26606"/>
          <ac:spMkLst>
            <pc:docMk/>
            <pc:sldMk cId="589419213" sldId="278"/>
            <ac:spMk id="25" creationId="{E49D7415-2F11-44C2-B6AA-13A25B6814B9}"/>
          </ac:spMkLst>
        </pc:spChg>
        <pc:spChg chg="add">
          <ac:chgData name="Kai Hellebuyck" userId="6d43cc7b-2a90-448e-9417-632c0c018297" providerId="ADAL" clId="{980BF1A2-6994-4E3C-93E5-C1EB1F08233A}" dt="2025-11-16T21:40:50.266" v="6568" actId="26606"/>
          <ac:spMkLst>
            <pc:docMk/>
            <pc:sldMk cId="589419213" sldId="278"/>
            <ac:spMk id="28" creationId="{E49D7415-2F11-44C2-B6AA-13A25B6814B9}"/>
          </ac:spMkLst>
        </pc:spChg>
        <pc:picChg chg="del">
          <ac:chgData name="Kai Hellebuyck" userId="6d43cc7b-2a90-448e-9417-632c0c018297" providerId="ADAL" clId="{980BF1A2-6994-4E3C-93E5-C1EB1F08233A}" dt="2025-11-16T21:35:31.388" v="6233" actId="478"/>
          <ac:picMkLst>
            <pc:docMk/>
            <pc:sldMk cId="589419213" sldId="278"/>
            <ac:picMk id="5" creationId="{E6BB9D65-C761-E8D4-F357-E68C302A9ECA}"/>
          </ac:picMkLst>
        </pc:picChg>
        <pc:picChg chg="del mod">
          <ac:chgData name="Kai Hellebuyck" userId="6d43cc7b-2a90-448e-9417-632c0c018297" providerId="ADAL" clId="{980BF1A2-6994-4E3C-93E5-C1EB1F08233A}" dt="2025-11-16T21:49:29.365" v="6987" actId="478"/>
          <ac:picMkLst>
            <pc:docMk/>
            <pc:sldMk cId="589419213" sldId="278"/>
            <ac:picMk id="6" creationId="{04D6B0E3-AFF0-02CC-C7AF-07F4F6CAE23A}"/>
          </ac:picMkLst>
        </pc:picChg>
        <pc:picChg chg="add mod">
          <ac:chgData name="Kai Hellebuyck" userId="6d43cc7b-2a90-448e-9417-632c0c018297" providerId="ADAL" clId="{980BF1A2-6994-4E3C-93E5-C1EB1F08233A}" dt="2025-11-16T21:47:55.157" v="6971"/>
          <ac:picMkLst>
            <pc:docMk/>
            <pc:sldMk cId="589419213" sldId="278"/>
            <ac:picMk id="7" creationId="{4888AE95-2133-3A1B-CCCA-B1F36D65D9E9}"/>
          </ac:picMkLst>
        </pc:picChg>
        <pc:picChg chg="add del mod">
          <ac:chgData name="Kai Hellebuyck" userId="6d43cc7b-2a90-448e-9417-632c0c018297" providerId="ADAL" clId="{980BF1A2-6994-4E3C-93E5-C1EB1F08233A}" dt="2025-11-16T21:48:32.870" v="6983" actId="478"/>
          <ac:picMkLst>
            <pc:docMk/>
            <pc:sldMk cId="589419213" sldId="278"/>
            <ac:picMk id="9" creationId="{6AB57016-56D2-BAFB-50D6-45E389A2AC03}"/>
          </ac:picMkLst>
        </pc:picChg>
        <pc:picChg chg="add mod">
          <ac:chgData name="Kai Hellebuyck" userId="6d43cc7b-2a90-448e-9417-632c0c018297" providerId="ADAL" clId="{980BF1A2-6994-4E3C-93E5-C1EB1F08233A}" dt="2025-11-16T21:49:34.203" v="6991" actId="1076"/>
          <ac:picMkLst>
            <pc:docMk/>
            <pc:sldMk cId="589419213" sldId="278"/>
            <ac:picMk id="12" creationId="{648054D3-DA8D-BA8F-C81C-1D9EBD681F8E}"/>
          </ac:picMkLst>
        </pc:picChg>
        <pc:picChg chg="add mod">
          <ac:chgData name="Kai Hellebuyck" userId="6d43cc7b-2a90-448e-9417-632c0c018297" providerId="ADAL" clId="{980BF1A2-6994-4E3C-93E5-C1EB1F08233A}" dt="2025-11-16T21:50:13.484" v="7000" actId="1076"/>
          <ac:picMkLst>
            <pc:docMk/>
            <pc:sldMk cId="589419213" sldId="278"/>
            <ac:picMk id="17" creationId="{72AAE2DC-9387-6FAD-7DC1-1742E18C97AE}"/>
          </ac:picMkLst>
        </pc:picChg>
        <pc:cxnChg chg="add del">
          <ac:chgData name="Kai Hellebuyck" userId="6d43cc7b-2a90-448e-9417-632c0c018297" providerId="ADAL" clId="{980BF1A2-6994-4E3C-93E5-C1EB1F08233A}" dt="2025-11-16T21:40:47.618" v="6559" actId="26606"/>
          <ac:cxnSpMkLst>
            <pc:docMk/>
            <pc:sldMk cId="589419213" sldId="278"/>
            <ac:cxnSpMk id="13" creationId="{D2E57F3D-33BE-4306-87E6-245763719516}"/>
          </ac:cxnSpMkLst>
        </pc:cxnChg>
        <pc:cxnChg chg="add del">
          <ac:chgData name="Kai Hellebuyck" userId="6d43cc7b-2a90-448e-9417-632c0c018297" providerId="ADAL" clId="{980BF1A2-6994-4E3C-93E5-C1EB1F08233A}" dt="2025-11-16T21:40:48.564" v="6561" actId="26606"/>
          <ac:cxnSpMkLst>
            <pc:docMk/>
            <pc:sldMk cId="589419213" sldId="278"/>
            <ac:cxnSpMk id="16" creationId="{40ADC89C-EB4E-4AA5-ABBD-448BEC5FA3C4}"/>
          </ac:cxnSpMkLst>
        </pc:cxnChg>
        <pc:cxnChg chg="add del">
          <ac:chgData name="Kai Hellebuyck" userId="6d43cc7b-2a90-448e-9417-632c0c018297" providerId="ADAL" clId="{980BF1A2-6994-4E3C-93E5-C1EB1F08233A}" dt="2025-11-16T21:40:48.878" v="6563" actId="26606"/>
          <ac:cxnSpMkLst>
            <pc:docMk/>
            <pc:sldMk cId="589419213" sldId="278"/>
            <ac:cxnSpMk id="19" creationId="{7D3DF08D-8EDA-0FB3-59D9-B692F2ADD1EA}"/>
          </ac:cxnSpMkLst>
        </pc:cxnChg>
        <pc:cxnChg chg="add del">
          <ac:chgData name="Kai Hellebuyck" userId="6d43cc7b-2a90-448e-9417-632c0c018297" providerId="ADAL" clId="{980BF1A2-6994-4E3C-93E5-C1EB1F08233A}" dt="2025-11-16T21:40:49.565" v="6565" actId="26606"/>
          <ac:cxnSpMkLst>
            <pc:docMk/>
            <pc:sldMk cId="589419213" sldId="278"/>
            <ac:cxnSpMk id="22" creationId="{CDF57B02-07BB-407B-BB36-06D9C64A673E}"/>
          </ac:cxnSpMkLst>
        </pc:cxnChg>
        <pc:cxnChg chg="add del">
          <ac:chgData name="Kai Hellebuyck" userId="6d43cc7b-2a90-448e-9417-632c0c018297" providerId="ADAL" clId="{980BF1A2-6994-4E3C-93E5-C1EB1F08233A}" dt="2025-11-16T21:40:49.565" v="6565" actId="26606"/>
          <ac:cxnSpMkLst>
            <pc:docMk/>
            <pc:sldMk cId="589419213" sldId="278"/>
            <ac:cxnSpMk id="23" creationId="{C6855964-C920-48EB-8804-74291211C8A9}"/>
          </ac:cxnSpMkLst>
        </pc:cxnChg>
        <pc:cxnChg chg="add del">
          <ac:chgData name="Kai Hellebuyck" userId="6d43cc7b-2a90-448e-9417-632c0c018297" providerId="ADAL" clId="{980BF1A2-6994-4E3C-93E5-C1EB1F08233A}" dt="2025-11-16T21:40:50.266" v="6567" actId="26606"/>
          <ac:cxnSpMkLst>
            <pc:docMk/>
            <pc:sldMk cId="589419213" sldId="278"/>
            <ac:cxnSpMk id="26" creationId="{4E495065-8864-87FB-2BCC-254769963EA4}"/>
          </ac:cxnSpMkLst>
        </pc:cxnChg>
        <pc:cxnChg chg="add">
          <ac:chgData name="Kai Hellebuyck" userId="6d43cc7b-2a90-448e-9417-632c0c018297" providerId="ADAL" clId="{980BF1A2-6994-4E3C-93E5-C1EB1F08233A}" dt="2025-11-16T21:40:50.266" v="6568" actId="26606"/>
          <ac:cxnSpMkLst>
            <pc:docMk/>
            <pc:sldMk cId="589419213" sldId="278"/>
            <ac:cxnSpMk id="29" creationId="{D2E57F3D-33BE-4306-87E6-245763719516}"/>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A72C98-5886-4C98-B22F-DAD1934318CA}" type="datetimeFigureOut">
              <a:rPr lang="nl-BE" smtClean="0"/>
              <a:t>17/11/2025</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111118-966C-4BDA-BC23-7FA6B95D3F55}" type="slidenum">
              <a:rPr lang="nl-BE" smtClean="0"/>
              <a:t>‹#›</a:t>
            </a:fld>
            <a:endParaRPr lang="nl-BE"/>
          </a:p>
        </p:txBody>
      </p:sp>
    </p:spTree>
    <p:extLst>
      <p:ext uri="{BB962C8B-B14F-4D97-AF65-F5344CB8AC3E}">
        <p14:creationId xmlns:p14="http://schemas.microsoft.com/office/powerpoint/2010/main" val="3187573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Vandaag</a:t>
            </a:r>
            <a:r>
              <a:rPr lang="en-US"/>
              <a:t> </a:t>
            </a:r>
            <a:r>
              <a:rPr lang="en-US" err="1"/>
              <a:t>presenteren</a:t>
            </a:r>
            <a:r>
              <a:rPr lang="en-US"/>
              <a:t> we </a:t>
            </a:r>
            <a:r>
              <a:rPr lang="en-US" err="1"/>
              <a:t>jullie</a:t>
            </a:r>
            <a:r>
              <a:rPr lang="en-US"/>
              <a:t> de website </a:t>
            </a:r>
            <a:r>
              <a:rPr lang="en-US" err="1"/>
              <a:t>waar</a:t>
            </a:r>
            <a:r>
              <a:rPr lang="en-US"/>
              <a:t> we de </a:t>
            </a:r>
            <a:r>
              <a:rPr lang="en-US" err="1"/>
              <a:t>laatste</a:t>
            </a:r>
            <a:r>
              <a:rPr lang="en-US"/>
              <a:t> 7 </a:t>
            </a:r>
            <a:r>
              <a:rPr lang="en-US" err="1"/>
              <a:t>weken</a:t>
            </a:r>
            <a:r>
              <a:rPr lang="en-US"/>
              <a:t> </a:t>
            </a:r>
            <a:r>
              <a:rPr lang="en-US" err="1"/>
              <a:t>aan</a:t>
            </a:r>
            <a:r>
              <a:rPr lang="en-US"/>
              <a:t> </a:t>
            </a:r>
            <a:r>
              <a:rPr lang="en-US" err="1"/>
              <a:t>hebben</a:t>
            </a:r>
            <a:r>
              <a:rPr lang="en-US"/>
              <a:t> </a:t>
            </a:r>
            <a:r>
              <a:rPr lang="en-US" err="1"/>
              <a:t>gewerkt</a:t>
            </a:r>
            <a:r>
              <a:rPr lang="en-US"/>
              <a:t>. We </a:t>
            </a:r>
            <a:r>
              <a:rPr lang="en-US" err="1"/>
              <a:t>hebben</a:t>
            </a:r>
            <a:r>
              <a:rPr lang="en-US"/>
              <a:t> </a:t>
            </a:r>
            <a:r>
              <a:rPr lang="en-US" err="1"/>
              <a:t>gekozen</a:t>
            </a:r>
            <a:r>
              <a:rPr lang="en-US"/>
              <a:t> </a:t>
            </a:r>
            <a:r>
              <a:rPr lang="en-US" err="1"/>
              <a:t>voor</a:t>
            </a:r>
            <a:r>
              <a:rPr lang="en-US"/>
              <a:t> de naam Game Lab, we </a:t>
            </a:r>
            <a:r>
              <a:rPr lang="en-US" err="1"/>
              <a:t>hebben</a:t>
            </a:r>
            <a:r>
              <a:rPr lang="en-US"/>
              <a:t> </a:t>
            </a:r>
            <a:r>
              <a:rPr lang="en-US" err="1"/>
              <a:t>deze</a:t>
            </a:r>
            <a:r>
              <a:rPr lang="en-US"/>
              <a:t> naam </a:t>
            </a:r>
            <a:r>
              <a:rPr lang="en-US" err="1"/>
              <a:t>gekozen</a:t>
            </a:r>
            <a:r>
              <a:rPr lang="en-US"/>
              <a:t> </a:t>
            </a:r>
            <a:r>
              <a:rPr lang="en-US" err="1"/>
              <a:t>omdat</a:t>
            </a:r>
            <a:r>
              <a:rPr lang="en-US"/>
              <a:t> we </a:t>
            </a:r>
            <a:r>
              <a:rPr lang="en-US" err="1"/>
              <a:t>vonden</a:t>
            </a:r>
            <a:r>
              <a:rPr lang="en-US"/>
              <a:t> </a:t>
            </a:r>
            <a:r>
              <a:rPr lang="en-US" err="1"/>
              <a:t>dat</a:t>
            </a:r>
            <a:r>
              <a:rPr lang="en-US"/>
              <a:t> </a:t>
            </a:r>
            <a:r>
              <a:rPr lang="en-US" err="1"/>
              <a:t>dit</a:t>
            </a:r>
            <a:r>
              <a:rPr lang="en-US"/>
              <a:t> </a:t>
            </a:r>
            <a:r>
              <a:rPr lang="en-US" err="1"/>
              <a:t>goed</a:t>
            </a:r>
            <a:r>
              <a:rPr lang="en-US"/>
              <a:t> past </a:t>
            </a:r>
            <a:r>
              <a:rPr lang="en-US" err="1"/>
              <a:t>bij</a:t>
            </a:r>
            <a:r>
              <a:rPr lang="en-US"/>
              <a:t> </a:t>
            </a:r>
            <a:r>
              <a:rPr lang="en-US" err="1"/>
              <a:t>ons</a:t>
            </a:r>
            <a:r>
              <a:rPr lang="en-US"/>
              <a:t> concept. En nu </a:t>
            </a:r>
            <a:r>
              <a:rPr lang="en-US" err="1"/>
              <a:t>geven</a:t>
            </a:r>
            <a:r>
              <a:rPr lang="en-US"/>
              <a:t> we </a:t>
            </a:r>
            <a:r>
              <a:rPr lang="en-US" err="1"/>
              <a:t>jullie</a:t>
            </a:r>
            <a:r>
              <a:rPr lang="en-US"/>
              <a:t> wat </a:t>
            </a:r>
            <a:r>
              <a:rPr lang="en-US" err="1"/>
              <a:t>meer</a:t>
            </a:r>
            <a:r>
              <a:rPr lang="en-US"/>
              <a:t> </a:t>
            </a:r>
            <a:r>
              <a:rPr lang="en-US" err="1"/>
              <a:t>uitleg</a:t>
            </a:r>
            <a:r>
              <a:rPr lang="en-US"/>
              <a:t> hoe </a:t>
            </a:r>
            <a:r>
              <a:rPr lang="en-US" err="1"/>
              <a:t>alles</a:t>
            </a:r>
            <a:r>
              <a:rPr lang="en-US"/>
              <a:t> </a:t>
            </a:r>
            <a:r>
              <a:rPr lang="en-US" err="1"/>
              <a:t>te</a:t>
            </a:r>
            <a:r>
              <a:rPr lang="en-US"/>
              <a:t> </a:t>
            </a:r>
            <a:r>
              <a:rPr lang="en-US" err="1"/>
              <a:t>werk</a:t>
            </a:r>
            <a:r>
              <a:rPr lang="en-US"/>
              <a:t> is </a:t>
            </a:r>
            <a:r>
              <a:rPr lang="en-US" err="1"/>
              <a:t>gegaan</a:t>
            </a:r>
            <a:r>
              <a:rPr lang="en-US"/>
              <a:t>.</a:t>
            </a:r>
            <a:endParaRPr lang="en-BE"/>
          </a:p>
        </p:txBody>
      </p:sp>
      <p:sp>
        <p:nvSpPr>
          <p:cNvPr id="4" name="Slide Number Placeholder 3"/>
          <p:cNvSpPr>
            <a:spLocks noGrp="1"/>
          </p:cNvSpPr>
          <p:nvPr>
            <p:ph type="sldNum" sz="quarter" idx="5"/>
          </p:nvPr>
        </p:nvSpPr>
        <p:spPr/>
        <p:txBody>
          <a:bodyPr/>
          <a:lstStyle/>
          <a:p>
            <a:fld id="{F1111118-966C-4BDA-BC23-7FA6B95D3F55}" type="slidenum">
              <a:rPr lang="nl-BE" smtClean="0"/>
              <a:t>1</a:t>
            </a:fld>
            <a:endParaRPr lang="nl-BE"/>
          </a:p>
        </p:txBody>
      </p:sp>
    </p:spTree>
    <p:extLst>
      <p:ext uri="{BB962C8B-B14F-4D97-AF65-F5344CB8AC3E}">
        <p14:creationId xmlns:p14="http://schemas.microsoft.com/office/powerpoint/2010/main" val="1391576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a:t>
            </a:r>
            <a:r>
              <a:rPr lang="en-US" err="1"/>
              <a:t>hebben</a:t>
            </a:r>
            <a:r>
              <a:rPr lang="en-US"/>
              <a:t> </a:t>
            </a:r>
            <a:r>
              <a:rPr lang="en-US" err="1"/>
              <a:t>onze</a:t>
            </a:r>
            <a:r>
              <a:rPr lang="en-US"/>
              <a:t> </a:t>
            </a:r>
            <a:r>
              <a:rPr lang="en-US" err="1"/>
              <a:t>presentatie</a:t>
            </a:r>
            <a:r>
              <a:rPr lang="en-US"/>
              <a:t> </a:t>
            </a:r>
            <a:r>
              <a:rPr lang="en-US" err="1"/>
              <a:t>opgedeeld</a:t>
            </a:r>
            <a:r>
              <a:rPr lang="en-US"/>
              <a:t> in 3 </a:t>
            </a:r>
            <a:r>
              <a:rPr lang="en-US" err="1"/>
              <a:t>onderdelen</a:t>
            </a:r>
            <a:r>
              <a:rPr lang="en-US"/>
              <a:t>, </a:t>
            </a:r>
            <a:r>
              <a:rPr lang="en-US" err="1"/>
              <a:t>als</a:t>
            </a:r>
            <a:r>
              <a:rPr lang="en-US"/>
              <a:t> </a:t>
            </a:r>
            <a:r>
              <a:rPr lang="en-US" err="1"/>
              <a:t>eerste</a:t>
            </a:r>
            <a:r>
              <a:rPr lang="en-US"/>
              <a:t> </a:t>
            </a:r>
            <a:r>
              <a:rPr lang="en-US" err="1"/>
              <a:t>een</a:t>
            </a:r>
            <a:r>
              <a:rPr lang="en-US"/>
              <a:t> sales pitch, wat </a:t>
            </a:r>
            <a:r>
              <a:rPr lang="en-US" err="1"/>
              <a:t>ons</a:t>
            </a:r>
            <a:r>
              <a:rPr lang="en-US"/>
              <a:t> </a:t>
            </a:r>
            <a:r>
              <a:rPr lang="en-US" err="1"/>
              <a:t>doel</a:t>
            </a:r>
            <a:r>
              <a:rPr lang="en-US"/>
              <a:t> is </a:t>
            </a:r>
            <a:r>
              <a:rPr lang="en-US" err="1"/>
              <a:t>en</a:t>
            </a:r>
            <a:r>
              <a:rPr lang="en-US"/>
              <a:t> </a:t>
            </a:r>
            <a:r>
              <a:rPr lang="en-US" err="1"/>
              <a:t>waarom</a:t>
            </a:r>
            <a:r>
              <a:rPr lang="en-US"/>
              <a:t> we de website </a:t>
            </a:r>
            <a:r>
              <a:rPr lang="en-US" err="1"/>
              <a:t>hebben</a:t>
            </a:r>
            <a:r>
              <a:rPr lang="en-US"/>
              <a:t> </a:t>
            </a:r>
            <a:r>
              <a:rPr lang="en-US" err="1"/>
              <a:t>gemaakt</a:t>
            </a:r>
            <a:r>
              <a:rPr lang="en-US"/>
              <a:t>, </a:t>
            </a:r>
            <a:r>
              <a:rPr lang="en-US" err="1"/>
              <a:t>vervolgens</a:t>
            </a:r>
            <a:r>
              <a:rPr lang="en-US"/>
              <a:t> </a:t>
            </a:r>
            <a:r>
              <a:rPr lang="en-US" err="1"/>
              <a:t>zullen</a:t>
            </a:r>
            <a:r>
              <a:rPr lang="en-US"/>
              <a:t> we </a:t>
            </a:r>
            <a:r>
              <a:rPr lang="en-US" err="1"/>
              <a:t>een</a:t>
            </a:r>
            <a:r>
              <a:rPr lang="en-US"/>
              <a:t> </a:t>
            </a:r>
            <a:r>
              <a:rPr lang="en-US" err="1"/>
              <a:t>korte</a:t>
            </a:r>
            <a:r>
              <a:rPr lang="en-US"/>
              <a:t> demo </a:t>
            </a:r>
            <a:r>
              <a:rPr lang="en-US" err="1"/>
              <a:t>tonen</a:t>
            </a:r>
            <a:r>
              <a:rPr lang="en-US"/>
              <a:t> van hoe </a:t>
            </a:r>
            <a:r>
              <a:rPr lang="en-US" err="1"/>
              <a:t>onze</a:t>
            </a:r>
            <a:r>
              <a:rPr lang="en-US"/>
              <a:t> website </a:t>
            </a:r>
            <a:r>
              <a:rPr lang="en-US" err="1"/>
              <a:t>werkt</a:t>
            </a:r>
            <a:r>
              <a:rPr lang="en-US"/>
              <a:t>, </a:t>
            </a:r>
            <a:r>
              <a:rPr lang="en-US" err="1"/>
              <a:t>en</a:t>
            </a:r>
            <a:r>
              <a:rPr lang="en-US"/>
              <a:t> dan </a:t>
            </a:r>
            <a:r>
              <a:rPr lang="en-US" err="1"/>
              <a:t>gaan</a:t>
            </a:r>
            <a:r>
              <a:rPr lang="en-US"/>
              <a:t> we het </a:t>
            </a:r>
            <a:r>
              <a:rPr lang="en-US" err="1"/>
              <a:t>ook</a:t>
            </a:r>
            <a:r>
              <a:rPr lang="en-US"/>
              <a:t> </a:t>
            </a:r>
            <a:r>
              <a:rPr lang="en-US" err="1"/>
              <a:t>nog</a:t>
            </a:r>
            <a:r>
              <a:rPr lang="en-US"/>
              <a:t> </a:t>
            </a:r>
            <a:r>
              <a:rPr lang="en-US" err="1"/>
              <a:t>hebben</a:t>
            </a:r>
            <a:r>
              <a:rPr lang="en-US"/>
              <a:t> over </a:t>
            </a:r>
            <a:r>
              <a:rPr lang="en-US" err="1"/>
              <a:t>onze</a:t>
            </a:r>
            <a:r>
              <a:rPr lang="en-US"/>
              <a:t> technicals </a:t>
            </a:r>
            <a:r>
              <a:rPr lang="en-US" err="1"/>
              <a:t>en</a:t>
            </a:r>
            <a:r>
              <a:rPr lang="en-US"/>
              <a:t> de takeaways, </a:t>
            </a:r>
            <a:r>
              <a:rPr lang="en-US" err="1"/>
              <a:t>dus</a:t>
            </a:r>
            <a:r>
              <a:rPr lang="en-US"/>
              <a:t> de </a:t>
            </a:r>
            <a:r>
              <a:rPr lang="en-US" err="1"/>
              <a:t>problemen</a:t>
            </a:r>
            <a:r>
              <a:rPr lang="en-US"/>
              <a:t> die we </a:t>
            </a:r>
            <a:r>
              <a:rPr lang="en-US" err="1"/>
              <a:t>zijn</a:t>
            </a:r>
            <a:r>
              <a:rPr lang="en-US"/>
              <a:t> </a:t>
            </a:r>
            <a:r>
              <a:rPr lang="en-US" err="1"/>
              <a:t>tegengekomen</a:t>
            </a:r>
            <a:r>
              <a:rPr lang="en-US"/>
              <a:t> </a:t>
            </a:r>
            <a:r>
              <a:rPr lang="en-US" err="1"/>
              <a:t>en</a:t>
            </a:r>
            <a:r>
              <a:rPr lang="en-US"/>
              <a:t> hoe we </a:t>
            </a:r>
            <a:r>
              <a:rPr lang="en-US" err="1"/>
              <a:t>deze</a:t>
            </a:r>
            <a:r>
              <a:rPr lang="en-US"/>
              <a:t> </a:t>
            </a:r>
            <a:r>
              <a:rPr lang="en-US" err="1"/>
              <a:t>hebben</a:t>
            </a:r>
            <a:r>
              <a:rPr lang="en-US"/>
              <a:t> </a:t>
            </a:r>
            <a:r>
              <a:rPr lang="en-US" err="1"/>
              <a:t>opgelost</a:t>
            </a:r>
            <a:r>
              <a:rPr lang="en-US"/>
              <a:t>, </a:t>
            </a:r>
            <a:r>
              <a:rPr lang="en-US" err="1"/>
              <a:t>en</a:t>
            </a:r>
            <a:r>
              <a:rPr lang="en-US"/>
              <a:t> wat </a:t>
            </a:r>
            <a:r>
              <a:rPr lang="en-US" err="1"/>
              <a:t>wij</a:t>
            </a:r>
            <a:r>
              <a:rPr lang="en-US"/>
              <a:t> </a:t>
            </a:r>
            <a:r>
              <a:rPr lang="en-US" err="1"/>
              <a:t>aanraden</a:t>
            </a:r>
            <a:r>
              <a:rPr lang="en-US"/>
              <a:t> </a:t>
            </a:r>
            <a:r>
              <a:rPr lang="en-US" err="1"/>
              <a:t>en</a:t>
            </a:r>
            <a:r>
              <a:rPr lang="en-US"/>
              <a:t>/of </a:t>
            </a:r>
            <a:r>
              <a:rPr lang="en-US" err="1"/>
              <a:t>anders</a:t>
            </a:r>
            <a:r>
              <a:rPr lang="en-US"/>
              <a:t> </a:t>
            </a:r>
            <a:r>
              <a:rPr lang="en-US" err="1"/>
              <a:t>zouden</a:t>
            </a:r>
            <a:r>
              <a:rPr lang="en-US"/>
              <a:t> </a:t>
            </a:r>
            <a:r>
              <a:rPr lang="en-US" err="1"/>
              <a:t>doen</a:t>
            </a:r>
            <a:r>
              <a:rPr lang="en-US"/>
              <a:t> </a:t>
            </a:r>
            <a:r>
              <a:rPr lang="en-US" err="1"/>
              <a:t>mochten</a:t>
            </a:r>
            <a:r>
              <a:rPr lang="en-US"/>
              <a:t> </a:t>
            </a:r>
            <a:r>
              <a:rPr lang="en-US" err="1"/>
              <a:t>dit</a:t>
            </a:r>
            <a:r>
              <a:rPr lang="en-US"/>
              <a:t> </a:t>
            </a:r>
            <a:r>
              <a:rPr lang="en-US" err="1"/>
              <a:t>opnieuw</a:t>
            </a:r>
            <a:r>
              <a:rPr lang="en-US"/>
              <a:t> </a:t>
            </a:r>
            <a:r>
              <a:rPr lang="en-US" err="1"/>
              <a:t>kunnen</a:t>
            </a:r>
            <a:r>
              <a:rPr lang="en-US"/>
              <a:t> </a:t>
            </a:r>
            <a:r>
              <a:rPr lang="en-US" err="1"/>
              <a:t>doen</a:t>
            </a:r>
            <a:r>
              <a:rPr lang="en-US"/>
              <a:t>.</a:t>
            </a:r>
            <a:endParaRPr lang="en-BE"/>
          </a:p>
        </p:txBody>
      </p:sp>
      <p:sp>
        <p:nvSpPr>
          <p:cNvPr id="4" name="Slide Number Placeholder 3"/>
          <p:cNvSpPr>
            <a:spLocks noGrp="1"/>
          </p:cNvSpPr>
          <p:nvPr>
            <p:ph type="sldNum" sz="quarter" idx="5"/>
          </p:nvPr>
        </p:nvSpPr>
        <p:spPr/>
        <p:txBody>
          <a:bodyPr/>
          <a:lstStyle/>
          <a:p>
            <a:fld id="{F1111118-966C-4BDA-BC23-7FA6B95D3F55}" type="slidenum">
              <a:rPr lang="nl-BE" smtClean="0"/>
              <a:t>2</a:t>
            </a:fld>
            <a:endParaRPr lang="nl-BE"/>
          </a:p>
        </p:txBody>
      </p:sp>
    </p:spTree>
    <p:extLst>
      <p:ext uri="{BB962C8B-B14F-4D97-AF65-F5344CB8AC3E}">
        <p14:creationId xmlns:p14="http://schemas.microsoft.com/office/powerpoint/2010/main" val="1817840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a:t>Mensen hebben vaak keuzestress, twijfelen tussen games of zijn overdonderd door het grote aantal en keuze, daarom willen wij dit probleem oplossen en is ons doel om je toch te helpen met kiezen en een game aan te bieden die bij je past.</a:t>
            </a:r>
          </a:p>
        </p:txBody>
      </p:sp>
      <p:sp>
        <p:nvSpPr>
          <p:cNvPr id="4" name="Tijdelijke aanduiding voor dianummer 3"/>
          <p:cNvSpPr>
            <a:spLocks noGrp="1"/>
          </p:cNvSpPr>
          <p:nvPr>
            <p:ph type="sldNum" sz="quarter" idx="5"/>
          </p:nvPr>
        </p:nvSpPr>
        <p:spPr/>
        <p:txBody>
          <a:bodyPr/>
          <a:lstStyle/>
          <a:p>
            <a:fld id="{F1111118-966C-4BDA-BC23-7FA6B95D3F55}" type="slidenum">
              <a:rPr lang="nl-BE" smtClean="0"/>
              <a:t>3</a:t>
            </a:fld>
            <a:endParaRPr lang="nl-BE"/>
          </a:p>
        </p:txBody>
      </p:sp>
    </p:spTree>
    <p:extLst>
      <p:ext uri="{BB962C8B-B14F-4D97-AF65-F5344CB8AC3E}">
        <p14:creationId xmlns:p14="http://schemas.microsoft.com/office/powerpoint/2010/main" val="1289419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a:t>De functie van onze website is wat vergelijkbaar met bv een </a:t>
            </a:r>
            <a:r>
              <a:rPr lang="nl-BE" err="1"/>
              <a:t>steam</a:t>
            </a:r>
            <a:r>
              <a:rPr lang="nl-BE"/>
              <a:t>, maar wij geven net iets meer mogelijkheden als je geen idee hebt wat te spelen. Dit misten we wat bij die platformen. Op de homepagina vind je de </a:t>
            </a:r>
            <a:r>
              <a:rPr lang="nl-BE" err="1"/>
              <a:t>trending</a:t>
            </a:r>
            <a:r>
              <a:rPr lang="nl-BE"/>
              <a:t> games en de </a:t>
            </a:r>
            <a:r>
              <a:rPr lang="nl-BE" err="1"/>
              <a:t>all</a:t>
            </a:r>
            <a:r>
              <a:rPr lang="nl-BE"/>
              <a:t> time favorieten waar je op een leuke manier kan </a:t>
            </a:r>
            <a:r>
              <a:rPr lang="nl-BE" err="1"/>
              <a:t>doorscrollen</a:t>
            </a:r>
            <a:r>
              <a:rPr lang="nl-BE"/>
              <a:t>. Ook hebben we verschillende genres geïmplementeerd, dit zijn de populairste en vind je normaal wel iets wat jou ligt. Het laatste onderscheiden ons van de andere sites door gebruik te maken van een vragenlijst die mensen moeten invullen over hun interesses en dan kunnen we een game aanbevelen die bij hun past en waar ze echt iets aan hebben. </a:t>
            </a:r>
          </a:p>
        </p:txBody>
      </p:sp>
      <p:sp>
        <p:nvSpPr>
          <p:cNvPr id="4" name="Tijdelijke aanduiding voor dianummer 3"/>
          <p:cNvSpPr>
            <a:spLocks noGrp="1"/>
          </p:cNvSpPr>
          <p:nvPr>
            <p:ph type="sldNum" sz="quarter" idx="5"/>
          </p:nvPr>
        </p:nvSpPr>
        <p:spPr/>
        <p:txBody>
          <a:bodyPr/>
          <a:lstStyle/>
          <a:p>
            <a:fld id="{F1111118-966C-4BDA-BC23-7FA6B95D3F55}" type="slidenum">
              <a:rPr lang="nl-BE" smtClean="0"/>
              <a:t>4</a:t>
            </a:fld>
            <a:endParaRPr lang="nl-BE"/>
          </a:p>
        </p:txBody>
      </p:sp>
    </p:spTree>
    <p:extLst>
      <p:ext uri="{BB962C8B-B14F-4D97-AF65-F5344CB8AC3E}">
        <p14:creationId xmlns:p14="http://schemas.microsoft.com/office/powerpoint/2010/main" val="2615685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a:t>Waarom we dit concept hebben bedacht is omdat we een gemeenschappelijk probleem vonden bij het brainstormen waar we zelf vaak moeite hebben met de juiste game te kiezen. En we vinden het ook belangrijk om niet afhankelijk te zijn van welk platform dat je een game op zoekt, bijvoorbeeld games die je wel kan vinden op Epic Games maar niet op Steam, enzovoort. En games aan te bieden die volledig gratis zijn, zodat als de game je toch niet aanstaat je geen geld hebt verspilt.</a:t>
            </a:r>
          </a:p>
        </p:txBody>
      </p:sp>
      <p:sp>
        <p:nvSpPr>
          <p:cNvPr id="4" name="Tijdelijke aanduiding voor dianummer 3"/>
          <p:cNvSpPr>
            <a:spLocks noGrp="1"/>
          </p:cNvSpPr>
          <p:nvPr>
            <p:ph type="sldNum" sz="quarter" idx="5"/>
          </p:nvPr>
        </p:nvSpPr>
        <p:spPr/>
        <p:txBody>
          <a:bodyPr/>
          <a:lstStyle/>
          <a:p>
            <a:fld id="{F1111118-966C-4BDA-BC23-7FA6B95D3F55}" type="slidenum">
              <a:rPr lang="nl-BE" smtClean="0"/>
              <a:t>5</a:t>
            </a:fld>
            <a:endParaRPr lang="nl-BE"/>
          </a:p>
        </p:txBody>
      </p:sp>
    </p:spTree>
    <p:extLst>
      <p:ext uri="{BB962C8B-B14F-4D97-AF65-F5344CB8AC3E}">
        <p14:creationId xmlns:p14="http://schemas.microsoft.com/office/powerpoint/2010/main" val="3892399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**Toon </a:t>
            </a:r>
            <a:r>
              <a:rPr lang="en-US" err="1"/>
              <a:t>zeker</a:t>
            </a:r>
            <a:r>
              <a:rPr lang="en-US"/>
              <a:t> wat er </a:t>
            </a:r>
            <a:r>
              <a:rPr lang="en-US" err="1"/>
              <a:t>gebeurt</a:t>
            </a:r>
            <a:r>
              <a:rPr lang="en-US"/>
              <a:t> </a:t>
            </a:r>
            <a:r>
              <a:rPr lang="en-US" err="1"/>
              <a:t>als</a:t>
            </a:r>
            <a:r>
              <a:rPr lang="en-US"/>
              <a:t> je op </a:t>
            </a:r>
            <a:r>
              <a:rPr lang="en-US" err="1"/>
              <a:t>een</a:t>
            </a:r>
            <a:r>
              <a:rPr lang="en-US"/>
              <a:t> game </a:t>
            </a:r>
            <a:r>
              <a:rPr lang="en-US" err="1"/>
              <a:t>klikt</a:t>
            </a:r>
            <a:r>
              <a:rPr lang="en-US"/>
              <a:t>**</a:t>
            </a:r>
            <a:endParaRPr lang="en-BE"/>
          </a:p>
        </p:txBody>
      </p:sp>
      <p:sp>
        <p:nvSpPr>
          <p:cNvPr id="4" name="Slide Number Placeholder 3"/>
          <p:cNvSpPr>
            <a:spLocks noGrp="1"/>
          </p:cNvSpPr>
          <p:nvPr>
            <p:ph type="sldNum" sz="quarter" idx="5"/>
          </p:nvPr>
        </p:nvSpPr>
        <p:spPr/>
        <p:txBody>
          <a:bodyPr/>
          <a:lstStyle/>
          <a:p>
            <a:fld id="{F1111118-966C-4BDA-BC23-7FA6B95D3F55}" type="slidenum">
              <a:rPr lang="nl-BE" smtClean="0"/>
              <a:t>6</a:t>
            </a:fld>
            <a:endParaRPr lang="nl-BE"/>
          </a:p>
        </p:txBody>
      </p:sp>
    </p:spTree>
    <p:extLst>
      <p:ext uri="{BB962C8B-B14F-4D97-AF65-F5344CB8AC3E}">
        <p14:creationId xmlns:p14="http://schemas.microsoft.com/office/powerpoint/2010/main" val="4256403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a:t>We gaan nu wat meer uitleg geven over de technische kant van ons project. Ook over de problemen die we hadden en hoe we die opgelost hebben. Hier zie je een foto van de cookies die we hebben toegepast om te vermelden dat dit gaat over een schoolproject. De API die we hebben gebruikt is IGDB /* vertel meer */</a:t>
            </a:r>
          </a:p>
        </p:txBody>
      </p:sp>
      <p:sp>
        <p:nvSpPr>
          <p:cNvPr id="4" name="Tijdelijke aanduiding voor dianummer 3"/>
          <p:cNvSpPr>
            <a:spLocks noGrp="1"/>
          </p:cNvSpPr>
          <p:nvPr>
            <p:ph type="sldNum" sz="quarter" idx="5"/>
          </p:nvPr>
        </p:nvSpPr>
        <p:spPr/>
        <p:txBody>
          <a:bodyPr/>
          <a:lstStyle/>
          <a:p>
            <a:fld id="{F1111118-966C-4BDA-BC23-7FA6B95D3F55}" type="slidenum">
              <a:rPr lang="nl-BE" smtClean="0"/>
              <a:t>7</a:t>
            </a:fld>
            <a:endParaRPr lang="nl-BE"/>
          </a:p>
        </p:txBody>
      </p:sp>
    </p:spTree>
    <p:extLst>
      <p:ext uri="{BB962C8B-B14F-4D97-AF65-F5344CB8AC3E}">
        <p14:creationId xmlns:p14="http://schemas.microsoft.com/office/powerpoint/2010/main" val="1892218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61B0D-D56E-7F18-7739-26F8664C9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345927-D955-BD0C-1A99-E31F06FE5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29C47-1133-A9BF-6F2E-1AB4F45D12F5}"/>
              </a:ext>
            </a:extLst>
          </p:cNvPr>
          <p:cNvSpPr>
            <a:spLocks noGrp="1"/>
          </p:cNvSpPr>
          <p:nvPr>
            <p:ph type="body" idx="1"/>
          </p:nvPr>
        </p:nvSpPr>
        <p:spPr/>
        <p:txBody>
          <a:bodyPr/>
          <a:lstStyle/>
          <a:p>
            <a:r>
              <a:rPr lang="en-US"/>
              <a:t>Met de </a:t>
            </a:r>
            <a:r>
              <a:rPr lang="en-US" err="1"/>
              <a:t>zoekfunctie</a:t>
            </a:r>
            <a:r>
              <a:rPr lang="en-US"/>
              <a:t> </a:t>
            </a:r>
            <a:r>
              <a:rPr lang="en-US" err="1"/>
              <a:t>kan</a:t>
            </a:r>
            <a:r>
              <a:rPr lang="en-US"/>
              <a:t> je </a:t>
            </a:r>
            <a:r>
              <a:rPr lang="en-US" err="1"/>
              <a:t>zoeken</a:t>
            </a:r>
            <a:r>
              <a:rPr lang="en-US"/>
              <a:t> </a:t>
            </a:r>
            <a:r>
              <a:rPr lang="en-US" err="1"/>
              <a:t>naar</a:t>
            </a:r>
            <a:r>
              <a:rPr lang="en-US"/>
              <a:t> </a:t>
            </a:r>
            <a:r>
              <a:rPr lang="en-US" err="1"/>
              <a:t>specifieke</a:t>
            </a:r>
            <a:r>
              <a:rPr lang="en-US"/>
              <a:t> games. **hoe je het effect </a:t>
            </a:r>
            <a:r>
              <a:rPr lang="en-US" err="1"/>
              <a:t>hebt</a:t>
            </a:r>
            <a:r>
              <a:rPr lang="en-US"/>
              <a:t> </a:t>
            </a:r>
            <a:r>
              <a:rPr lang="en-US" err="1"/>
              <a:t>gemaakt</a:t>
            </a:r>
            <a:r>
              <a:rPr lang="en-US"/>
              <a:t>, hoe je die </a:t>
            </a:r>
            <a:r>
              <a:rPr lang="en-US" err="1"/>
              <a:t>zoekfunctie</a:t>
            </a:r>
            <a:r>
              <a:rPr lang="en-US"/>
              <a:t> </a:t>
            </a:r>
            <a:r>
              <a:rPr lang="en-US" err="1"/>
              <a:t>hebt</a:t>
            </a:r>
            <a:r>
              <a:rPr lang="en-US"/>
              <a:t> </a:t>
            </a:r>
            <a:r>
              <a:rPr lang="en-US" err="1"/>
              <a:t>gemaakt</a:t>
            </a:r>
            <a:r>
              <a:rPr lang="en-US"/>
              <a:t>**</a:t>
            </a:r>
            <a:endParaRPr lang="en-BE"/>
          </a:p>
        </p:txBody>
      </p:sp>
      <p:sp>
        <p:nvSpPr>
          <p:cNvPr id="4" name="Slide Number Placeholder 3">
            <a:extLst>
              <a:ext uri="{FF2B5EF4-FFF2-40B4-BE49-F238E27FC236}">
                <a16:creationId xmlns:a16="http://schemas.microsoft.com/office/drawing/2014/main" id="{86B9572B-2BC2-C9FB-3838-A173427A1108}"/>
              </a:ext>
            </a:extLst>
          </p:cNvPr>
          <p:cNvSpPr>
            <a:spLocks noGrp="1"/>
          </p:cNvSpPr>
          <p:nvPr>
            <p:ph type="sldNum" sz="quarter" idx="5"/>
          </p:nvPr>
        </p:nvSpPr>
        <p:spPr/>
        <p:txBody>
          <a:bodyPr/>
          <a:lstStyle/>
          <a:p>
            <a:fld id="{F1111118-966C-4BDA-BC23-7FA6B95D3F55}" type="slidenum">
              <a:rPr lang="nl-BE" smtClean="0"/>
              <a:t>8</a:t>
            </a:fld>
            <a:endParaRPr lang="nl-BE"/>
          </a:p>
        </p:txBody>
      </p:sp>
    </p:spTree>
    <p:extLst>
      <p:ext uri="{BB962C8B-B14F-4D97-AF65-F5344CB8AC3E}">
        <p14:creationId xmlns:p14="http://schemas.microsoft.com/office/powerpoint/2010/main" val="1820536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EBE17-1B1E-19DE-3AFA-FDCE337C5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95307C-FB88-2A87-C254-50209EDA92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F8B683-979B-BAF0-5A0E-BDFF62F291F1}"/>
              </a:ext>
            </a:extLst>
          </p:cNvPr>
          <p:cNvSpPr>
            <a:spLocks noGrp="1"/>
          </p:cNvSpPr>
          <p:nvPr>
            <p:ph type="body" idx="1"/>
          </p:nvPr>
        </p:nvSpPr>
        <p:spPr/>
        <p:txBody>
          <a:bodyPr/>
          <a:lstStyle/>
          <a:p>
            <a:r>
              <a:rPr lang="en-US"/>
              <a:t>Met het map </a:t>
            </a:r>
            <a:r>
              <a:rPr lang="en-US" err="1"/>
              <a:t>icoontje</a:t>
            </a:r>
            <a:r>
              <a:rPr lang="en-US"/>
              <a:t> </a:t>
            </a:r>
            <a:r>
              <a:rPr lang="en-US" err="1"/>
              <a:t>wordt</a:t>
            </a:r>
            <a:r>
              <a:rPr lang="en-US"/>
              <a:t> je </a:t>
            </a:r>
            <a:r>
              <a:rPr lang="en-US" err="1"/>
              <a:t>gestuurd</a:t>
            </a:r>
            <a:r>
              <a:rPr lang="en-US"/>
              <a:t> </a:t>
            </a:r>
            <a:r>
              <a:rPr lang="en-US" err="1"/>
              <a:t>naar</a:t>
            </a:r>
            <a:r>
              <a:rPr lang="en-US"/>
              <a:t> </a:t>
            </a:r>
            <a:r>
              <a:rPr lang="en-US" err="1"/>
              <a:t>een</a:t>
            </a:r>
            <a:r>
              <a:rPr lang="en-US"/>
              <a:t> </a:t>
            </a:r>
            <a:r>
              <a:rPr lang="en-US" err="1"/>
              <a:t>pagina</a:t>
            </a:r>
            <a:r>
              <a:rPr lang="en-US"/>
              <a:t> met </a:t>
            </a:r>
            <a:r>
              <a:rPr lang="en-US" err="1"/>
              <a:t>een</a:t>
            </a:r>
            <a:r>
              <a:rPr lang="en-US"/>
              <a:t> Google Maps </a:t>
            </a:r>
            <a:r>
              <a:rPr lang="en-US" err="1"/>
              <a:t>kaart</a:t>
            </a:r>
            <a:r>
              <a:rPr lang="en-US"/>
              <a:t> </a:t>
            </a:r>
            <a:r>
              <a:rPr lang="en-US" err="1"/>
              <a:t>waarop</a:t>
            </a:r>
            <a:r>
              <a:rPr lang="en-US"/>
              <a:t> je de </a:t>
            </a:r>
            <a:r>
              <a:rPr lang="en-US" err="1"/>
              <a:t>dichtsbijzijnde</a:t>
            </a:r>
            <a:r>
              <a:rPr lang="en-US"/>
              <a:t> game stores </a:t>
            </a:r>
            <a:r>
              <a:rPr lang="en-US" err="1"/>
              <a:t>kan</a:t>
            </a:r>
            <a:r>
              <a:rPr lang="en-US"/>
              <a:t> </a:t>
            </a:r>
            <a:r>
              <a:rPr lang="en-US" err="1"/>
              <a:t>vinden</a:t>
            </a:r>
            <a:r>
              <a:rPr lang="en-US"/>
              <a:t> **hoe </a:t>
            </a:r>
            <a:r>
              <a:rPr lang="en-US" err="1"/>
              <a:t>heb</a:t>
            </a:r>
            <a:r>
              <a:rPr lang="en-US"/>
              <a:t> je de </a:t>
            </a:r>
            <a:r>
              <a:rPr lang="en-US" err="1"/>
              <a:t>kaart</a:t>
            </a:r>
            <a:r>
              <a:rPr lang="en-US"/>
              <a:t> </a:t>
            </a:r>
            <a:r>
              <a:rPr lang="en-US" err="1"/>
              <a:t>erin</a:t>
            </a:r>
            <a:r>
              <a:rPr lang="en-US"/>
              <a:t> </a:t>
            </a:r>
            <a:r>
              <a:rPr lang="en-US" err="1"/>
              <a:t>gezet</a:t>
            </a:r>
            <a:r>
              <a:rPr lang="en-US"/>
              <a:t>**</a:t>
            </a:r>
            <a:endParaRPr lang="en-BE"/>
          </a:p>
        </p:txBody>
      </p:sp>
      <p:sp>
        <p:nvSpPr>
          <p:cNvPr id="4" name="Slide Number Placeholder 3">
            <a:extLst>
              <a:ext uri="{FF2B5EF4-FFF2-40B4-BE49-F238E27FC236}">
                <a16:creationId xmlns:a16="http://schemas.microsoft.com/office/drawing/2014/main" id="{165AF507-A814-F11E-7865-E2C657E3F0FB}"/>
              </a:ext>
            </a:extLst>
          </p:cNvPr>
          <p:cNvSpPr>
            <a:spLocks noGrp="1"/>
          </p:cNvSpPr>
          <p:nvPr>
            <p:ph type="sldNum" sz="quarter" idx="5"/>
          </p:nvPr>
        </p:nvSpPr>
        <p:spPr/>
        <p:txBody>
          <a:bodyPr/>
          <a:lstStyle/>
          <a:p>
            <a:fld id="{F1111118-966C-4BDA-BC23-7FA6B95D3F55}" type="slidenum">
              <a:rPr lang="nl-BE" smtClean="0"/>
              <a:t>9</a:t>
            </a:fld>
            <a:endParaRPr lang="nl-BE"/>
          </a:p>
        </p:txBody>
      </p:sp>
    </p:spTree>
    <p:extLst>
      <p:ext uri="{BB962C8B-B14F-4D97-AF65-F5344CB8AC3E}">
        <p14:creationId xmlns:p14="http://schemas.microsoft.com/office/powerpoint/2010/main" val="2430972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a:t>Als je op het login icoontje klikt wordt je gestuurd naar een login pagina /* zeg er bij dat het nog niet veilig is */</a:t>
            </a:r>
            <a:endParaRPr lang="en-BE"/>
          </a:p>
        </p:txBody>
      </p:sp>
      <p:sp>
        <p:nvSpPr>
          <p:cNvPr id="4" name="Slide Number Placeholder 3"/>
          <p:cNvSpPr>
            <a:spLocks noGrp="1"/>
          </p:cNvSpPr>
          <p:nvPr>
            <p:ph type="sldNum" sz="quarter" idx="5"/>
          </p:nvPr>
        </p:nvSpPr>
        <p:spPr/>
        <p:txBody>
          <a:bodyPr/>
          <a:lstStyle/>
          <a:p>
            <a:fld id="{F1111118-966C-4BDA-BC23-7FA6B95D3F55}" type="slidenum">
              <a:rPr lang="nl-BE" smtClean="0"/>
              <a:t>10</a:t>
            </a:fld>
            <a:endParaRPr lang="nl-BE"/>
          </a:p>
        </p:txBody>
      </p:sp>
    </p:spTree>
    <p:extLst>
      <p:ext uri="{BB962C8B-B14F-4D97-AF65-F5344CB8AC3E}">
        <p14:creationId xmlns:p14="http://schemas.microsoft.com/office/powerpoint/2010/main" val="943928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Onze</a:t>
            </a:r>
            <a:r>
              <a:rPr lang="en-US"/>
              <a:t> </a:t>
            </a:r>
            <a:r>
              <a:rPr lang="en-US" err="1"/>
              <a:t>navigatiebalk</a:t>
            </a:r>
            <a:r>
              <a:rPr lang="en-US"/>
              <a:t> </a:t>
            </a:r>
            <a:r>
              <a:rPr lang="en-US" err="1"/>
              <a:t>bestaat</a:t>
            </a:r>
            <a:r>
              <a:rPr lang="en-US"/>
              <a:t> over </a:t>
            </a:r>
            <a:r>
              <a:rPr lang="en-US" err="1"/>
              <a:t>verschillende</a:t>
            </a:r>
            <a:r>
              <a:rPr lang="en-US"/>
              <a:t> links, de </a:t>
            </a:r>
            <a:r>
              <a:rPr lang="en-US" err="1"/>
              <a:t>Homepagina</a:t>
            </a:r>
            <a:r>
              <a:rPr lang="en-US"/>
              <a:t> </a:t>
            </a:r>
            <a:r>
              <a:rPr lang="en-US" err="1"/>
              <a:t>waarop</a:t>
            </a:r>
            <a:r>
              <a:rPr lang="en-US"/>
              <a:t> je </a:t>
            </a:r>
            <a:r>
              <a:rPr lang="en-US" err="1"/>
              <a:t>onze</a:t>
            </a:r>
            <a:r>
              <a:rPr lang="en-US"/>
              <a:t> Populaire </a:t>
            </a:r>
            <a:r>
              <a:rPr lang="en-US" err="1"/>
              <a:t>en</a:t>
            </a:r>
            <a:r>
              <a:rPr lang="en-US"/>
              <a:t> Trending games </a:t>
            </a:r>
            <a:r>
              <a:rPr lang="en-US" err="1"/>
              <a:t>kan</a:t>
            </a:r>
            <a:r>
              <a:rPr lang="en-US"/>
              <a:t> </a:t>
            </a:r>
            <a:r>
              <a:rPr lang="en-US" err="1"/>
              <a:t>zien</a:t>
            </a:r>
            <a:r>
              <a:rPr lang="en-US"/>
              <a:t>, de Genres </a:t>
            </a:r>
            <a:r>
              <a:rPr lang="en-US" err="1"/>
              <a:t>pagina</a:t>
            </a:r>
            <a:r>
              <a:rPr lang="en-US"/>
              <a:t> </a:t>
            </a:r>
            <a:r>
              <a:rPr lang="en-US" err="1"/>
              <a:t>waarbij</a:t>
            </a:r>
            <a:r>
              <a:rPr lang="en-US"/>
              <a:t> je </a:t>
            </a:r>
            <a:r>
              <a:rPr lang="en-US" err="1"/>
              <a:t>specifieker</a:t>
            </a:r>
            <a:r>
              <a:rPr lang="en-US"/>
              <a:t> </a:t>
            </a:r>
            <a:r>
              <a:rPr lang="en-US" err="1"/>
              <a:t>kan</a:t>
            </a:r>
            <a:r>
              <a:rPr lang="en-US"/>
              <a:t> </a:t>
            </a:r>
            <a:r>
              <a:rPr lang="en-US" err="1"/>
              <a:t>zoeken</a:t>
            </a:r>
            <a:r>
              <a:rPr lang="en-US"/>
              <a:t> </a:t>
            </a:r>
            <a:r>
              <a:rPr lang="en-US" err="1"/>
              <a:t>tussen</a:t>
            </a:r>
            <a:r>
              <a:rPr lang="en-US"/>
              <a:t> genres die </a:t>
            </a:r>
            <a:r>
              <a:rPr lang="en-US" err="1"/>
              <a:t>bij</a:t>
            </a:r>
            <a:r>
              <a:rPr lang="en-US"/>
              <a:t> je </a:t>
            </a:r>
            <a:r>
              <a:rPr lang="en-US" err="1"/>
              <a:t>passen</a:t>
            </a:r>
            <a:r>
              <a:rPr lang="en-US"/>
              <a:t>, of de </a:t>
            </a:r>
            <a:r>
              <a:rPr lang="en-US" err="1"/>
              <a:t>gamepicker</a:t>
            </a:r>
            <a:r>
              <a:rPr lang="en-US"/>
              <a:t> </a:t>
            </a:r>
            <a:r>
              <a:rPr lang="en-US" err="1"/>
              <a:t>pagina</a:t>
            </a:r>
            <a:r>
              <a:rPr lang="en-US"/>
              <a:t> </a:t>
            </a:r>
            <a:r>
              <a:rPr lang="en-US" err="1"/>
              <a:t>waar</a:t>
            </a:r>
            <a:r>
              <a:rPr lang="en-US"/>
              <a:t> </a:t>
            </a:r>
            <a:r>
              <a:rPr lang="en-US" err="1"/>
              <a:t>wij</a:t>
            </a:r>
            <a:r>
              <a:rPr lang="en-US"/>
              <a:t> je </a:t>
            </a:r>
            <a:r>
              <a:rPr lang="en-US" err="1"/>
              <a:t>enkele</a:t>
            </a:r>
            <a:r>
              <a:rPr lang="en-US"/>
              <a:t> </a:t>
            </a:r>
            <a:r>
              <a:rPr lang="en-US" err="1"/>
              <a:t>vragen</a:t>
            </a:r>
            <a:r>
              <a:rPr lang="en-US"/>
              <a:t> </a:t>
            </a:r>
            <a:r>
              <a:rPr lang="en-US" err="1"/>
              <a:t>stellen</a:t>
            </a:r>
            <a:r>
              <a:rPr lang="en-US"/>
              <a:t> </a:t>
            </a:r>
            <a:r>
              <a:rPr lang="en-US" err="1"/>
              <a:t>en</a:t>
            </a:r>
            <a:r>
              <a:rPr lang="en-US"/>
              <a:t> dan </a:t>
            </a:r>
            <a:r>
              <a:rPr lang="en-US" err="1"/>
              <a:t>kiezen</a:t>
            </a:r>
            <a:r>
              <a:rPr lang="en-US"/>
              <a:t> </a:t>
            </a:r>
            <a:r>
              <a:rPr lang="en-US" err="1"/>
              <a:t>wij</a:t>
            </a:r>
            <a:r>
              <a:rPr lang="en-US"/>
              <a:t> </a:t>
            </a:r>
            <a:r>
              <a:rPr lang="en-US" err="1"/>
              <a:t>een</a:t>
            </a:r>
            <a:r>
              <a:rPr lang="en-US"/>
              <a:t> game </a:t>
            </a:r>
            <a:r>
              <a:rPr lang="en-US" err="1"/>
              <a:t>voor</a:t>
            </a:r>
            <a:r>
              <a:rPr lang="en-US"/>
              <a:t> </a:t>
            </a:r>
            <a:r>
              <a:rPr lang="en-US" err="1"/>
              <a:t>jou</a:t>
            </a:r>
            <a:r>
              <a:rPr lang="en-US"/>
              <a:t>. Links </a:t>
            </a:r>
            <a:r>
              <a:rPr lang="en-US" err="1"/>
              <a:t>staat</a:t>
            </a:r>
            <a:r>
              <a:rPr lang="en-US"/>
              <a:t> </a:t>
            </a:r>
            <a:r>
              <a:rPr lang="en-US" err="1"/>
              <a:t>ons</a:t>
            </a:r>
            <a:r>
              <a:rPr lang="en-US"/>
              <a:t> logo die </a:t>
            </a:r>
            <a:r>
              <a:rPr lang="en-US" err="1"/>
              <a:t>ook</a:t>
            </a:r>
            <a:r>
              <a:rPr lang="en-US"/>
              <a:t> </a:t>
            </a:r>
            <a:r>
              <a:rPr lang="en-US" err="1"/>
              <a:t>functioneert</a:t>
            </a:r>
            <a:r>
              <a:rPr lang="en-US"/>
              <a:t> </a:t>
            </a:r>
            <a:r>
              <a:rPr lang="en-US" err="1"/>
              <a:t>als</a:t>
            </a:r>
            <a:r>
              <a:rPr lang="en-US"/>
              <a:t> </a:t>
            </a:r>
            <a:r>
              <a:rPr lang="en-US" err="1"/>
              <a:t>een</a:t>
            </a:r>
            <a:r>
              <a:rPr lang="en-US"/>
              <a:t> home-knop </a:t>
            </a:r>
            <a:r>
              <a:rPr lang="en-US" err="1"/>
              <a:t>en</a:t>
            </a:r>
            <a:r>
              <a:rPr lang="en-US"/>
              <a:t> </a:t>
            </a:r>
            <a:r>
              <a:rPr lang="en-US" err="1"/>
              <a:t>rechts</a:t>
            </a:r>
            <a:r>
              <a:rPr lang="en-US"/>
              <a:t> </a:t>
            </a:r>
            <a:r>
              <a:rPr lang="en-US" err="1"/>
              <a:t>zie</a:t>
            </a:r>
            <a:r>
              <a:rPr lang="en-US"/>
              <a:t> je </a:t>
            </a:r>
            <a:r>
              <a:rPr lang="en-US" err="1"/>
              <a:t>enkele</a:t>
            </a:r>
            <a:r>
              <a:rPr lang="en-US"/>
              <a:t> </a:t>
            </a:r>
            <a:r>
              <a:rPr lang="en-US" err="1"/>
              <a:t>icoontjes</a:t>
            </a:r>
            <a:r>
              <a:rPr lang="en-US"/>
              <a:t>.</a:t>
            </a:r>
            <a:endParaRPr lang="en-BE"/>
          </a:p>
        </p:txBody>
      </p:sp>
      <p:sp>
        <p:nvSpPr>
          <p:cNvPr id="4" name="Slide Number Placeholder 3"/>
          <p:cNvSpPr>
            <a:spLocks noGrp="1"/>
          </p:cNvSpPr>
          <p:nvPr>
            <p:ph type="sldNum" sz="quarter" idx="5"/>
          </p:nvPr>
        </p:nvSpPr>
        <p:spPr/>
        <p:txBody>
          <a:bodyPr/>
          <a:lstStyle/>
          <a:p>
            <a:fld id="{F1111118-966C-4BDA-BC23-7FA6B95D3F55}" type="slidenum">
              <a:rPr lang="nl-BE" smtClean="0"/>
              <a:t>11</a:t>
            </a:fld>
            <a:endParaRPr lang="nl-BE"/>
          </a:p>
        </p:txBody>
      </p:sp>
    </p:spTree>
    <p:extLst>
      <p:ext uri="{BB962C8B-B14F-4D97-AF65-F5344CB8AC3E}">
        <p14:creationId xmlns:p14="http://schemas.microsoft.com/office/powerpoint/2010/main" val="933718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 </a:t>
            </a:r>
            <a:r>
              <a:rPr lang="en-US" err="1"/>
              <a:t>inhoud</a:t>
            </a:r>
            <a:r>
              <a:rPr lang="en-US"/>
              <a:t> van de </a:t>
            </a:r>
            <a:r>
              <a:rPr lang="en-US" err="1"/>
              <a:t>homepagina</a:t>
            </a:r>
            <a:r>
              <a:rPr lang="en-US"/>
              <a:t> </a:t>
            </a:r>
            <a:r>
              <a:rPr lang="en-US" err="1"/>
              <a:t>bestaat</a:t>
            </a:r>
            <a:r>
              <a:rPr lang="en-US"/>
              <a:t> </a:t>
            </a:r>
            <a:r>
              <a:rPr lang="en-US" err="1"/>
              <a:t>uit</a:t>
            </a:r>
            <a:r>
              <a:rPr lang="en-US"/>
              <a:t> de popular &amp; trending games </a:t>
            </a:r>
            <a:r>
              <a:rPr lang="en-US" err="1"/>
              <a:t>en</a:t>
            </a:r>
            <a:r>
              <a:rPr lang="en-US"/>
              <a:t> de all-time-</a:t>
            </a:r>
            <a:r>
              <a:rPr lang="en-US" err="1"/>
              <a:t>favourites</a:t>
            </a:r>
            <a:r>
              <a:rPr lang="en-US"/>
              <a:t>, </a:t>
            </a:r>
            <a:r>
              <a:rPr lang="en-US" err="1"/>
              <a:t>dit</a:t>
            </a:r>
            <a:r>
              <a:rPr lang="en-US"/>
              <a:t> </a:t>
            </a:r>
            <a:r>
              <a:rPr lang="en-US" err="1"/>
              <a:t>hebben</a:t>
            </a:r>
            <a:r>
              <a:rPr lang="en-US"/>
              <a:t> we </a:t>
            </a:r>
            <a:r>
              <a:rPr lang="en-US" err="1"/>
              <a:t>voor</a:t>
            </a:r>
            <a:r>
              <a:rPr lang="en-US"/>
              <a:t> </a:t>
            </a:r>
            <a:r>
              <a:rPr lang="en-US" err="1"/>
              <a:t>elkaar</a:t>
            </a:r>
            <a:r>
              <a:rPr lang="en-US"/>
              <a:t> </a:t>
            </a:r>
            <a:r>
              <a:rPr lang="en-US" err="1"/>
              <a:t>gekregen</a:t>
            </a:r>
            <a:r>
              <a:rPr lang="en-US"/>
              <a:t> met Cards </a:t>
            </a:r>
            <a:r>
              <a:rPr lang="en-US" err="1"/>
              <a:t>en</a:t>
            </a:r>
            <a:r>
              <a:rPr lang="en-US"/>
              <a:t> de </a:t>
            </a:r>
            <a:r>
              <a:rPr lang="en-US" err="1"/>
              <a:t>Schuifbalk</a:t>
            </a:r>
            <a:r>
              <a:rPr lang="en-US"/>
              <a:t>. </a:t>
            </a:r>
            <a:endParaRPr lang="en-BE"/>
          </a:p>
        </p:txBody>
      </p:sp>
      <p:sp>
        <p:nvSpPr>
          <p:cNvPr id="4" name="Slide Number Placeholder 3"/>
          <p:cNvSpPr>
            <a:spLocks noGrp="1"/>
          </p:cNvSpPr>
          <p:nvPr>
            <p:ph type="sldNum" sz="quarter" idx="5"/>
          </p:nvPr>
        </p:nvSpPr>
        <p:spPr/>
        <p:txBody>
          <a:bodyPr/>
          <a:lstStyle/>
          <a:p>
            <a:fld id="{F1111118-966C-4BDA-BC23-7FA6B95D3F55}" type="slidenum">
              <a:rPr lang="nl-BE" smtClean="0"/>
              <a:t>12</a:t>
            </a:fld>
            <a:endParaRPr lang="nl-BE"/>
          </a:p>
        </p:txBody>
      </p:sp>
    </p:spTree>
    <p:extLst>
      <p:ext uri="{BB962C8B-B14F-4D97-AF65-F5344CB8AC3E}">
        <p14:creationId xmlns:p14="http://schemas.microsoft.com/office/powerpoint/2010/main" val="14442131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 de genres </a:t>
            </a:r>
            <a:r>
              <a:rPr lang="en-US" err="1"/>
              <a:t>pagina</a:t>
            </a:r>
            <a:r>
              <a:rPr lang="en-US"/>
              <a:t> </a:t>
            </a:r>
            <a:r>
              <a:rPr lang="en-US" err="1"/>
              <a:t>kan</a:t>
            </a:r>
            <a:r>
              <a:rPr lang="en-US"/>
              <a:t> je </a:t>
            </a:r>
            <a:r>
              <a:rPr lang="en-US" err="1"/>
              <a:t>kiezen</a:t>
            </a:r>
            <a:r>
              <a:rPr lang="en-US"/>
              <a:t> </a:t>
            </a:r>
            <a:r>
              <a:rPr lang="en-US" err="1"/>
              <a:t>tussen</a:t>
            </a:r>
            <a:r>
              <a:rPr lang="en-US"/>
              <a:t> </a:t>
            </a:r>
            <a:r>
              <a:rPr lang="en-US" err="1"/>
              <a:t>verschillende</a:t>
            </a:r>
            <a:r>
              <a:rPr lang="en-US"/>
              <a:t> genres die je </a:t>
            </a:r>
            <a:r>
              <a:rPr lang="en-US" err="1"/>
              <a:t>aanstaan</a:t>
            </a:r>
            <a:r>
              <a:rPr lang="en-US"/>
              <a:t>, </a:t>
            </a:r>
            <a:r>
              <a:rPr lang="en-US" err="1"/>
              <a:t>dit</a:t>
            </a:r>
            <a:r>
              <a:rPr lang="en-US"/>
              <a:t> </a:t>
            </a:r>
            <a:r>
              <a:rPr lang="en-US" err="1"/>
              <a:t>hebben</a:t>
            </a:r>
            <a:r>
              <a:rPr lang="en-US"/>
              <a:t> we </a:t>
            </a:r>
            <a:r>
              <a:rPr lang="en-US" err="1"/>
              <a:t>nog</a:t>
            </a:r>
            <a:r>
              <a:rPr lang="en-US"/>
              <a:t> </a:t>
            </a:r>
            <a:r>
              <a:rPr lang="en-US" err="1"/>
              <a:t>eens</a:t>
            </a:r>
            <a:r>
              <a:rPr lang="en-US"/>
              <a:t> </a:t>
            </a:r>
            <a:r>
              <a:rPr lang="en-US" err="1"/>
              <a:t>gedaan</a:t>
            </a:r>
            <a:r>
              <a:rPr lang="en-US"/>
              <a:t> met de cards </a:t>
            </a:r>
            <a:r>
              <a:rPr lang="en-US" err="1"/>
              <a:t>en</a:t>
            </a:r>
            <a:r>
              <a:rPr lang="en-US"/>
              <a:t> </a:t>
            </a:r>
            <a:r>
              <a:rPr lang="en-US" err="1"/>
              <a:t>schuifbalk</a:t>
            </a:r>
            <a:endParaRPr lang="en-BE"/>
          </a:p>
        </p:txBody>
      </p:sp>
      <p:sp>
        <p:nvSpPr>
          <p:cNvPr id="4" name="Slide Number Placeholder 3"/>
          <p:cNvSpPr>
            <a:spLocks noGrp="1"/>
          </p:cNvSpPr>
          <p:nvPr>
            <p:ph type="sldNum" sz="quarter" idx="5"/>
          </p:nvPr>
        </p:nvSpPr>
        <p:spPr/>
        <p:txBody>
          <a:bodyPr/>
          <a:lstStyle/>
          <a:p>
            <a:fld id="{F1111118-966C-4BDA-BC23-7FA6B95D3F55}" type="slidenum">
              <a:rPr lang="nl-BE" smtClean="0"/>
              <a:t>13</a:t>
            </a:fld>
            <a:endParaRPr lang="nl-BE"/>
          </a:p>
        </p:txBody>
      </p:sp>
    </p:spTree>
    <p:extLst>
      <p:ext uri="{BB962C8B-B14F-4D97-AF65-F5344CB8AC3E}">
        <p14:creationId xmlns:p14="http://schemas.microsoft.com/office/powerpoint/2010/main" val="4286942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a:t>Door middel van een vragenlijst wordt de beste game voor jou gekozen, **hoe zit dit in elkaar**</a:t>
            </a:r>
          </a:p>
        </p:txBody>
      </p:sp>
      <p:sp>
        <p:nvSpPr>
          <p:cNvPr id="4" name="Tijdelijke aanduiding voor dianummer 3"/>
          <p:cNvSpPr>
            <a:spLocks noGrp="1"/>
          </p:cNvSpPr>
          <p:nvPr>
            <p:ph type="sldNum" sz="quarter" idx="5"/>
          </p:nvPr>
        </p:nvSpPr>
        <p:spPr/>
        <p:txBody>
          <a:bodyPr/>
          <a:lstStyle/>
          <a:p>
            <a:fld id="{F1111118-966C-4BDA-BC23-7FA6B95D3F55}" type="slidenum">
              <a:rPr lang="nl-BE" smtClean="0"/>
              <a:t>14</a:t>
            </a:fld>
            <a:endParaRPr lang="nl-BE"/>
          </a:p>
        </p:txBody>
      </p:sp>
    </p:spTree>
    <p:extLst>
      <p:ext uri="{BB962C8B-B14F-4D97-AF65-F5344CB8AC3E}">
        <p14:creationId xmlns:p14="http://schemas.microsoft.com/office/powerpoint/2010/main" val="30507772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a:t>Bij de takeaways richten we ons wat meer op eventuele tips en tricks voor volgende keer, wat we opnieuw zouden gebruiken zoals </a:t>
            </a:r>
            <a:r>
              <a:rPr lang="nl-BE" err="1"/>
              <a:t>gitlab</a:t>
            </a:r>
            <a:r>
              <a:rPr lang="nl-BE"/>
              <a:t> en waarom we dat weer gebruiken en bronnen die ons geholpen hebben om tot dit eindresultaat te komen</a:t>
            </a:r>
            <a:endParaRPr lang="en-BE"/>
          </a:p>
        </p:txBody>
      </p:sp>
      <p:sp>
        <p:nvSpPr>
          <p:cNvPr id="4" name="Slide Number Placeholder 3"/>
          <p:cNvSpPr>
            <a:spLocks noGrp="1"/>
          </p:cNvSpPr>
          <p:nvPr>
            <p:ph type="sldNum" sz="quarter" idx="5"/>
          </p:nvPr>
        </p:nvSpPr>
        <p:spPr/>
        <p:txBody>
          <a:bodyPr/>
          <a:lstStyle/>
          <a:p>
            <a:fld id="{F1111118-966C-4BDA-BC23-7FA6B95D3F55}" type="slidenum">
              <a:rPr lang="nl-BE" smtClean="0"/>
              <a:t>15</a:t>
            </a:fld>
            <a:endParaRPr lang="nl-BE"/>
          </a:p>
        </p:txBody>
      </p:sp>
    </p:spTree>
    <p:extLst>
      <p:ext uri="{BB962C8B-B14F-4D97-AF65-F5344CB8AC3E}">
        <p14:creationId xmlns:p14="http://schemas.microsoft.com/office/powerpoint/2010/main" val="16622700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Als we </a:t>
            </a:r>
            <a:r>
              <a:rPr lang="en-US" err="1"/>
              <a:t>dit</a:t>
            </a:r>
            <a:r>
              <a:rPr lang="en-US"/>
              <a:t> project </a:t>
            </a:r>
            <a:r>
              <a:rPr lang="en-US" err="1"/>
              <a:t>opnieuw</a:t>
            </a:r>
            <a:r>
              <a:rPr lang="en-US"/>
              <a:t> </a:t>
            </a:r>
            <a:r>
              <a:rPr lang="en-US" err="1"/>
              <a:t>zouden</a:t>
            </a:r>
            <a:r>
              <a:rPr lang="en-US"/>
              <a:t> </a:t>
            </a:r>
            <a:r>
              <a:rPr lang="en-US" err="1"/>
              <a:t>moeten</a:t>
            </a:r>
            <a:r>
              <a:rPr lang="en-US"/>
              <a:t> </a:t>
            </a:r>
            <a:r>
              <a:rPr lang="en-US" err="1"/>
              <a:t>doen</a:t>
            </a:r>
            <a:r>
              <a:rPr lang="en-US"/>
              <a:t> </a:t>
            </a:r>
            <a:r>
              <a:rPr lang="en-US" err="1"/>
              <a:t>zouden</a:t>
            </a:r>
            <a:r>
              <a:rPr lang="en-US"/>
              <a:t> we </a:t>
            </a:r>
            <a:r>
              <a:rPr lang="en-US" err="1"/>
              <a:t>opnieuw</a:t>
            </a:r>
            <a:r>
              <a:rPr lang="en-US"/>
              <a:t> </a:t>
            </a:r>
            <a:r>
              <a:rPr lang="en-US" err="1"/>
              <a:t>gebruik</a:t>
            </a:r>
            <a:r>
              <a:rPr lang="en-US"/>
              <a:t> </a:t>
            </a:r>
            <a:r>
              <a:rPr lang="en-US" err="1"/>
              <a:t>maken</a:t>
            </a:r>
            <a:r>
              <a:rPr lang="en-US"/>
              <a:t> van GitLab, </a:t>
            </a:r>
            <a:r>
              <a:rPr lang="en-US" err="1"/>
              <a:t>dit</a:t>
            </a:r>
            <a:r>
              <a:rPr lang="en-US"/>
              <a:t> was heel </a:t>
            </a:r>
            <a:r>
              <a:rPr lang="en-US" err="1"/>
              <a:t>handig</a:t>
            </a:r>
            <a:r>
              <a:rPr lang="en-US"/>
              <a:t> om </a:t>
            </a:r>
            <a:r>
              <a:rPr lang="en-US" err="1"/>
              <a:t>elkaars</a:t>
            </a:r>
            <a:r>
              <a:rPr lang="en-US"/>
              <a:t> </a:t>
            </a:r>
            <a:r>
              <a:rPr lang="en-US" err="1"/>
              <a:t>werk</a:t>
            </a:r>
            <a:r>
              <a:rPr lang="en-US"/>
              <a:t> </a:t>
            </a:r>
            <a:r>
              <a:rPr lang="en-US" err="1"/>
              <a:t>en</a:t>
            </a:r>
            <a:r>
              <a:rPr lang="en-US"/>
              <a:t> </a:t>
            </a:r>
            <a:r>
              <a:rPr lang="en-US" err="1"/>
              <a:t>progressie</a:t>
            </a:r>
            <a:r>
              <a:rPr lang="en-US"/>
              <a:t> </a:t>
            </a:r>
            <a:r>
              <a:rPr lang="en-US" err="1"/>
              <a:t>te</a:t>
            </a:r>
            <a:r>
              <a:rPr lang="en-US"/>
              <a:t> </a:t>
            </a:r>
            <a:r>
              <a:rPr lang="en-US" err="1"/>
              <a:t>volgen</a:t>
            </a:r>
            <a:r>
              <a:rPr lang="en-US"/>
              <a:t> </a:t>
            </a:r>
            <a:r>
              <a:rPr lang="en-US" err="1"/>
              <a:t>en</a:t>
            </a:r>
            <a:r>
              <a:rPr lang="en-US"/>
              <a:t> met </a:t>
            </a:r>
            <a:r>
              <a:rPr lang="en-US" err="1"/>
              <a:t>elkaar</a:t>
            </a:r>
            <a:r>
              <a:rPr lang="en-US"/>
              <a:t> </a:t>
            </a:r>
            <a:r>
              <a:rPr lang="en-US" err="1"/>
              <a:t>te</a:t>
            </a:r>
            <a:r>
              <a:rPr lang="en-US"/>
              <a:t> </a:t>
            </a:r>
            <a:r>
              <a:rPr lang="en-US" err="1"/>
              <a:t>delen</a:t>
            </a:r>
            <a:r>
              <a:rPr lang="en-US"/>
              <a:t>. We </a:t>
            </a:r>
            <a:r>
              <a:rPr lang="en-US" err="1"/>
              <a:t>vonden</a:t>
            </a:r>
            <a:r>
              <a:rPr lang="en-US"/>
              <a:t> het </a:t>
            </a:r>
            <a:r>
              <a:rPr lang="en-US" err="1"/>
              <a:t>ook</a:t>
            </a:r>
            <a:r>
              <a:rPr lang="en-US"/>
              <a:t> </a:t>
            </a:r>
            <a:r>
              <a:rPr lang="en-US" err="1"/>
              <a:t>belangrijk</a:t>
            </a:r>
            <a:r>
              <a:rPr lang="en-US"/>
              <a:t> om </a:t>
            </a:r>
            <a:r>
              <a:rPr lang="en-US" err="1"/>
              <a:t>ons</a:t>
            </a:r>
            <a:r>
              <a:rPr lang="en-US"/>
              <a:t> </a:t>
            </a:r>
            <a:r>
              <a:rPr lang="en-US" err="1"/>
              <a:t>logboek</a:t>
            </a:r>
            <a:r>
              <a:rPr lang="en-US"/>
              <a:t> </a:t>
            </a:r>
            <a:r>
              <a:rPr lang="en-US" err="1"/>
              <a:t>goed</a:t>
            </a:r>
            <a:r>
              <a:rPr lang="en-US"/>
              <a:t> </a:t>
            </a:r>
            <a:r>
              <a:rPr lang="en-US" err="1"/>
              <a:t>bij</a:t>
            </a:r>
            <a:r>
              <a:rPr lang="en-US"/>
              <a:t> </a:t>
            </a:r>
            <a:r>
              <a:rPr lang="en-US" err="1"/>
              <a:t>te</a:t>
            </a:r>
            <a:r>
              <a:rPr lang="en-US"/>
              <a:t> </a:t>
            </a:r>
            <a:r>
              <a:rPr lang="en-US" err="1"/>
              <a:t>houden</a:t>
            </a:r>
            <a:r>
              <a:rPr lang="en-US"/>
              <a:t>, </a:t>
            </a:r>
            <a:r>
              <a:rPr lang="en-US" err="1"/>
              <a:t>omdat</a:t>
            </a:r>
            <a:r>
              <a:rPr lang="en-US"/>
              <a:t> </a:t>
            </a:r>
            <a:r>
              <a:rPr lang="en-US" err="1"/>
              <a:t>iedereen</a:t>
            </a:r>
            <a:r>
              <a:rPr lang="en-US"/>
              <a:t> zo </a:t>
            </a:r>
            <a:r>
              <a:rPr lang="en-US" err="1"/>
              <a:t>goed</a:t>
            </a:r>
            <a:r>
              <a:rPr lang="en-US"/>
              <a:t> </a:t>
            </a:r>
            <a:r>
              <a:rPr lang="en-US" err="1"/>
              <a:t>wist</a:t>
            </a:r>
            <a:r>
              <a:rPr lang="en-US"/>
              <a:t> wat </a:t>
            </a:r>
            <a:r>
              <a:rPr lang="en-US" err="1"/>
              <a:t>hij</a:t>
            </a:r>
            <a:r>
              <a:rPr lang="en-US"/>
              <a:t> </a:t>
            </a:r>
            <a:r>
              <a:rPr lang="en-US" err="1"/>
              <a:t>tegen</a:t>
            </a:r>
            <a:r>
              <a:rPr lang="en-US"/>
              <a:t> de </a:t>
            </a:r>
            <a:r>
              <a:rPr lang="en-US" err="1"/>
              <a:t>volgende</a:t>
            </a:r>
            <a:r>
              <a:rPr lang="en-US"/>
              <a:t> </a:t>
            </a:r>
            <a:r>
              <a:rPr lang="en-US" err="1"/>
              <a:t>sessie</a:t>
            </a:r>
            <a:r>
              <a:rPr lang="en-US"/>
              <a:t> </a:t>
            </a:r>
            <a:r>
              <a:rPr lang="en-US" err="1"/>
              <a:t>kon</a:t>
            </a:r>
            <a:r>
              <a:rPr lang="en-US"/>
              <a:t> </a:t>
            </a:r>
            <a:r>
              <a:rPr lang="en-US" err="1"/>
              <a:t>afwerken</a:t>
            </a:r>
            <a:r>
              <a:rPr lang="en-US"/>
              <a:t>, </a:t>
            </a:r>
            <a:r>
              <a:rPr lang="en-US" err="1"/>
              <a:t>en</a:t>
            </a:r>
            <a:r>
              <a:rPr lang="en-US"/>
              <a:t> zo </a:t>
            </a:r>
            <a:r>
              <a:rPr lang="en-US" err="1"/>
              <a:t>konden</a:t>
            </a:r>
            <a:r>
              <a:rPr lang="en-US"/>
              <a:t> we </a:t>
            </a:r>
            <a:r>
              <a:rPr lang="en-US" err="1"/>
              <a:t>ook</a:t>
            </a:r>
            <a:r>
              <a:rPr lang="en-US"/>
              <a:t> </a:t>
            </a:r>
            <a:r>
              <a:rPr lang="en-US" err="1"/>
              <a:t>makkelijk</a:t>
            </a:r>
            <a:r>
              <a:rPr lang="en-US"/>
              <a:t> </a:t>
            </a:r>
            <a:r>
              <a:rPr lang="en-US" err="1"/>
              <a:t>bijhouden</a:t>
            </a:r>
            <a:r>
              <a:rPr lang="en-US"/>
              <a:t> wat </a:t>
            </a:r>
            <a:r>
              <a:rPr lang="en-US" err="1"/>
              <a:t>nog</a:t>
            </a:r>
            <a:r>
              <a:rPr lang="en-US"/>
              <a:t> </a:t>
            </a:r>
            <a:r>
              <a:rPr lang="en-US" err="1"/>
              <a:t>afgewerkt</a:t>
            </a:r>
            <a:r>
              <a:rPr lang="en-US"/>
              <a:t> </a:t>
            </a:r>
            <a:r>
              <a:rPr lang="en-US" err="1"/>
              <a:t>moest</a:t>
            </a:r>
            <a:r>
              <a:rPr lang="en-US"/>
              <a:t> </a:t>
            </a:r>
            <a:r>
              <a:rPr lang="en-US" err="1"/>
              <a:t>worden</a:t>
            </a:r>
            <a:r>
              <a:rPr lang="en-US"/>
              <a:t>. We </a:t>
            </a:r>
            <a:r>
              <a:rPr lang="en-US" err="1"/>
              <a:t>zouden</a:t>
            </a:r>
            <a:r>
              <a:rPr lang="en-US"/>
              <a:t> </a:t>
            </a:r>
            <a:r>
              <a:rPr lang="en-US" err="1"/>
              <a:t>elkaar</a:t>
            </a:r>
            <a:r>
              <a:rPr lang="en-US"/>
              <a:t> </a:t>
            </a:r>
            <a:r>
              <a:rPr lang="en-US" err="1"/>
              <a:t>na</a:t>
            </a:r>
            <a:r>
              <a:rPr lang="en-US"/>
              <a:t> de </a:t>
            </a:r>
            <a:r>
              <a:rPr lang="en-US" err="1"/>
              <a:t>sessies</a:t>
            </a:r>
            <a:r>
              <a:rPr lang="en-US"/>
              <a:t> </a:t>
            </a:r>
            <a:r>
              <a:rPr lang="en-US" err="1"/>
              <a:t>meer</a:t>
            </a:r>
            <a:r>
              <a:rPr lang="en-US"/>
              <a:t> op de </a:t>
            </a:r>
            <a:r>
              <a:rPr lang="en-US" err="1"/>
              <a:t>hoogte</a:t>
            </a:r>
            <a:r>
              <a:rPr lang="en-US"/>
              <a:t> </a:t>
            </a:r>
            <a:r>
              <a:rPr lang="en-US" err="1"/>
              <a:t>houden</a:t>
            </a:r>
            <a:r>
              <a:rPr lang="en-US"/>
              <a:t> </a:t>
            </a:r>
            <a:r>
              <a:rPr lang="en-US" err="1"/>
              <a:t>en</a:t>
            </a:r>
            <a:r>
              <a:rPr lang="en-US"/>
              <a:t> </a:t>
            </a:r>
            <a:r>
              <a:rPr lang="en-US" err="1"/>
              <a:t>af</a:t>
            </a:r>
            <a:r>
              <a:rPr lang="en-US"/>
              <a:t> </a:t>
            </a:r>
            <a:r>
              <a:rPr lang="en-US" err="1"/>
              <a:t>en</a:t>
            </a:r>
            <a:r>
              <a:rPr lang="en-US"/>
              <a:t> toe feedback </a:t>
            </a:r>
            <a:r>
              <a:rPr lang="en-US" err="1"/>
              <a:t>geven</a:t>
            </a:r>
            <a:r>
              <a:rPr lang="en-US"/>
              <a:t>. En </a:t>
            </a:r>
            <a:r>
              <a:rPr lang="en-US" err="1"/>
              <a:t>realistisch</a:t>
            </a:r>
            <a:r>
              <a:rPr lang="en-US"/>
              <a:t> </a:t>
            </a:r>
            <a:r>
              <a:rPr lang="en-US" err="1"/>
              <a:t>blijven</a:t>
            </a:r>
            <a:r>
              <a:rPr lang="en-US"/>
              <a:t> met de </a:t>
            </a:r>
            <a:r>
              <a:rPr lang="en-US" err="1"/>
              <a:t>tijd</a:t>
            </a:r>
            <a:r>
              <a:rPr lang="en-US"/>
              <a:t> </a:t>
            </a:r>
            <a:r>
              <a:rPr lang="en-US" err="1"/>
              <a:t>dat</a:t>
            </a:r>
            <a:r>
              <a:rPr lang="en-US"/>
              <a:t> je </a:t>
            </a:r>
            <a:r>
              <a:rPr lang="en-US" err="1"/>
              <a:t>krijgt</a:t>
            </a:r>
            <a:r>
              <a:rPr lang="en-US"/>
              <a:t> om het project </a:t>
            </a:r>
            <a:r>
              <a:rPr lang="en-US" err="1"/>
              <a:t>af</a:t>
            </a:r>
            <a:r>
              <a:rPr lang="en-US"/>
              <a:t> </a:t>
            </a:r>
            <a:r>
              <a:rPr lang="en-US" err="1"/>
              <a:t>te</a:t>
            </a:r>
            <a:r>
              <a:rPr lang="en-US"/>
              <a:t> </a:t>
            </a:r>
            <a:r>
              <a:rPr lang="en-US" err="1"/>
              <a:t>werken</a:t>
            </a:r>
            <a:r>
              <a:rPr lang="en-US"/>
              <a:t>.</a:t>
            </a:r>
            <a:endParaRPr lang="en-BE"/>
          </a:p>
        </p:txBody>
      </p:sp>
      <p:sp>
        <p:nvSpPr>
          <p:cNvPr id="4" name="Slide Number Placeholder 3"/>
          <p:cNvSpPr>
            <a:spLocks noGrp="1"/>
          </p:cNvSpPr>
          <p:nvPr>
            <p:ph type="sldNum" sz="quarter" idx="5"/>
          </p:nvPr>
        </p:nvSpPr>
        <p:spPr/>
        <p:txBody>
          <a:bodyPr/>
          <a:lstStyle/>
          <a:p>
            <a:fld id="{F1111118-966C-4BDA-BC23-7FA6B95D3F55}" type="slidenum">
              <a:rPr lang="nl-BE" smtClean="0"/>
              <a:t>16</a:t>
            </a:fld>
            <a:endParaRPr lang="nl-BE"/>
          </a:p>
        </p:txBody>
      </p:sp>
    </p:spTree>
    <p:extLst>
      <p:ext uri="{BB962C8B-B14F-4D97-AF65-F5344CB8AC3E}">
        <p14:creationId xmlns:p14="http://schemas.microsoft.com/office/powerpoint/2010/main" val="15415400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a:t>Er was een duidelijke kloof tussen ons op gebied van kennis over het maken van een website waardoor de belangrijkste bron onze teamgenoten waren. Als dit niet lukte konden we ook youtube filmjes of online sites raadplegen zoals developer.mozilla.org. Als laatste hulpmiddel konden we ook altijd uitleg vragen aan ai.</a:t>
            </a:r>
            <a:endParaRPr lang="en-BE"/>
          </a:p>
        </p:txBody>
      </p:sp>
      <p:sp>
        <p:nvSpPr>
          <p:cNvPr id="4" name="Slide Number Placeholder 3"/>
          <p:cNvSpPr>
            <a:spLocks noGrp="1"/>
          </p:cNvSpPr>
          <p:nvPr>
            <p:ph type="sldNum" sz="quarter" idx="5"/>
          </p:nvPr>
        </p:nvSpPr>
        <p:spPr/>
        <p:txBody>
          <a:bodyPr/>
          <a:lstStyle/>
          <a:p>
            <a:fld id="{F1111118-966C-4BDA-BC23-7FA6B95D3F55}" type="slidenum">
              <a:rPr lang="nl-BE" smtClean="0"/>
              <a:t>17</a:t>
            </a:fld>
            <a:endParaRPr lang="nl-BE"/>
          </a:p>
        </p:txBody>
      </p:sp>
    </p:spTree>
    <p:extLst>
      <p:ext uri="{BB962C8B-B14F-4D97-AF65-F5344CB8AC3E}">
        <p14:creationId xmlns:p14="http://schemas.microsoft.com/office/powerpoint/2010/main" val="2903464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a:t>De documenten werden via Gitlab gedeeld waardoor iedereen steeds de nieuwste versie kreeg en daarop kon doorwerken. De rollen werden goed verdeeld waardoor iedereen steeds kon werken aan de taak/taken die ze kregen en werd er ook niets dubbel gemaakt. We hadden misschien af en toe wat meer moeten bellen maar dit was lastig door schoolwerk en andere verplichtingen. Dit werd wel rechtgezet door de communicatie via bericht of tijdens de lessen.</a:t>
            </a:r>
          </a:p>
        </p:txBody>
      </p:sp>
      <p:sp>
        <p:nvSpPr>
          <p:cNvPr id="4" name="Tijdelijke aanduiding voor dianummer 3"/>
          <p:cNvSpPr>
            <a:spLocks noGrp="1"/>
          </p:cNvSpPr>
          <p:nvPr>
            <p:ph type="sldNum" sz="quarter" idx="5"/>
          </p:nvPr>
        </p:nvSpPr>
        <p:spPr/>
        <p:txBody>
          <a:bodyPr/>
          <a:lstStyle/>
          <a:p>
            <a:fld id="{F1111118-966C-4BDA-BC23-7FA6B95D3F55}" type="slidenum">
              <a:rPr lang="nl-BE" smtClean="0"/>
              <a:t>18</a:t>
            </a:fld>
            <a:endParaRPr lang="nl-BE"/>
          </a:p>
        </p:txBody>
      </p:sp>
    </p:spTree>
    <p:extLst>
      <p:ext uri="{BB962C8B-B14F-4D97-AF65-F5344CB8AC3E}">
        <p14:creationId xmlns:p14="http://schemas.microsoft.com/office/powerpoint/2010/main" val="12251097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a:t>Hartelijk bedankt voor de aandacht en hopelijk hebben jullie er wat van genoten, probeer de site zeker eens uit en jullie feedback wordt ook op prijs gesteld. Als jullie vragen hebben stel die dan maar gerust en we proberen zo goed mogelijk hierop te antwoorden.</a:t>
            </a:r>
          </a:p>
        </p:txBody>
      </p:sp>
      <p:sp>
        <p:nvSpPr>
          <p:cNvPr id="4" name="Tijdelijke aanduiding voor dianummer 3"/>
          <p:cNvSpPr>
            <a:spLocks noGrp="1"/>
          </p:cNvSpPr>
          <p:nvPr>
            <p:ph type="sldNum" sz="quarter" idx="5"/>
          </p:nvPr>
        </p:nvSpPr>
        <p:spPr/>
        <p:txBody>
          <a:bodyPr/>
          <a:lstStyle/>
          <a:p>
            <a:fld id="{F1111118-966C-4BDA-BC23-7FA6B95D3F55}" type="slidenum">
              <a:rPr lang="nl-BE" smtClean="0"/>
              <a:t>19</a:t>
            </a:fld>
            <a:endParaRPr lang="nl-BE"/>
          </a:p>
        </p:txBody>
      </p:sp>
    </p:spTree>
    <p:extLst>
      <p:ext uri="{BB962C8B-B14F-4D97-AF65-F5344CB8AC3E}">
        <p14:creationId xmlns:p14="http://schemas.microsoft.com/office/powerpoint/2010/main" val="2164366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11/17/2025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00353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11/17/2025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61968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11/17/2025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32119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11/17/2025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22124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11/17/2025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9416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11/17/2025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39873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11/17/2025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95005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11/17/2025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19890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11/17/2025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81594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11/17/2025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6220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11/17/2025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49044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11/17/2025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268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gamegrid.gitlab.io/"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B84A1DAC-93C6-6A20-5D19-C6F4106D9B0F}"/>
              </a:ext>
            </a:extLst>
          </p:cNvPr>
          <p:cNvSpPr>
            <a:spLocks noGrp="1"/>
          </p:cNvSpPr>
          <p:nvPr>
            <p:ph type="ctrTitle"/>
          </p:nvPr>
        </p:nvSpPr>
        <p:spPr>
          <a:xfrm>
            <a:off x="5604552" y="871758"/>
            <a:ext cx="5668124" cy="2633409"/>
          </a:xfrm>
        </p:spPr>
        <p:txBody>
          <a:bodyPr>
            <a:normAutofit/>
          </a:bodyPr>
          <a:lstStyle/>
          <a:p>
            <a:r>
              <a:rPr lang="nl-BE"/>
              <a:t>Co-</a:t>
            </a:r>
            <a:r>
              <a:rPr lang="nl-BE" err="1"/>
              <a:t>working</a:t>
            </a:r>
            <a:br>
              <a:rPr lang="nl-BE"/>
            </a:br>
            <a:r>
              <a:rPr lang="nl-BE"/>
              <a:t>game lab</a:t>
            </a:r>
          </a:p>
        </p:txBody>
      </p:sp>
      <p:sp>
        <p:nvSpPr>
          <p:cNvPr id="3" name="Ondertitel 2">
            <a:extLst>
              <a:ext uri="{FF2B5EF4-FFF2-40B4-BE49-F238E27FC236}">
                <a16:creationId xmlns:a16="http://schemas.microsoft.com/office/drawing/2014/main" id="{5111248A-031F-BD46-C1E2-968595C889D8}"/>
              </a:ext>
            </a:extLst>
          </p:cNvPr>
          <p:cNvSpPr>
            <a:spLocks noGrp="1"/>
          </p:cNvSpPr>
          <p:nvPr>
            <p:ph type="subTitle" idx="1"/>
          </p:nvPr>
        </p:nvSpPr>
        <p:spPr>
          <a:xfrm>
            <a:off x="5619964" y="4785543"/>
            <a:ext cx="5322013" cy="1005657"/>
          </a:xfrm>
        </p:spPr>
        <p:txBody>
          <a:bodyPr>
            <a:normAutofit/>
          </a:bodyPr>
          <a:lstStyle/>
          <a:p>
            <a:r>
              <a:rPr lang="nl-BE"/>
              <a:t>Gemaakt door: David, </a:t>
            </a:r>
            <a:r>
              <a:rPr lang="nl-BE" err="1"/>
              <a:t>Melih</a:t>
            </a:r>
            <a:r>
              <a:rPr lang="nl-BE"/>
              <a:t>, Kai en Robbe</a:t>
            </a:r>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C5864634-7B67-1007-1C5D-895D5B8642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4310" y="734917"/>
            <a:ext cx="4727532" cy="4727532"/>
          </a:xfrm>
          <a:prstGeom prst="rect">
            <a:avLst/>
          </a:prstGeom>
        </p:spPr>
      </p:pic>
    </p:spTree>
    <p:extLst>
      <p:ext uri="{BB962C8B-B14F-4D97-AF65-F5344CB8AC3E}">
        <p14:creationId xmlns:p14="http://schemas.microsoft.com/office/powerpoint/2010/main" val="2352787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828B8F-D4CA-8FDB-3807-FEE2DA2B10AF}"/>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5" name="Rectangle 24">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609020D-745C-9084-BF3F-1094589FE7B0}"/>
              </a:ext>
            </a:extLst>
          </p:cNvPr>
          <p:cNvSpPr>
            <a:spLocks noGrp="1"/>
          </p:cNvSpPr>
          <p:nvPr>
            <p:ph type="title"/>
          </p:nvPr>
        </p:nvSpPr>
        <p:spPr>
          <a:xfrm>
            <a:off x="5604552" y="871759"/>
            <a:ext cx="5825448" cy="935008"/>
          </a:xfrm>
        </p:spPr>
        <p:txBody>
          <a:bodyPr vert="horz" lIns="91440" tIns="45720" rIns="91440" bIns="45720" rtlCol="0" anchor="t">
            <a:normAutofit/>
          </a:bodyPr>
          <a:lstStyle/>
          <a:p>
            <a:r>
              <a:rPr lang="en-US" sz="5400" err="1"/>
              <a:t>Inhoud</a:t>
            </a:r>
            <a:endParaRPr lang="en-US" sz="5400"/>
          </a:p>
        </p:txBody>
      </p:sp>
      <p:pic>
        <p:nvPicPr>
          <p:cNvPr id="16" name="Content Placeholder 15" descr="A person wearing glasses pointing up&#10;&#10;AI-generated content may be incorrect.">
            <a:extLst>
              <a:ext uri="{FF2B5EF4-FFF2-40B4-BE49-F238E27FC236}">
                <a16:creationId xmlns:a16="http://schemas.microsoft.com/office/drawing/2014/main" id="{1354F7A4-AE04-CBEC-96A0-FCA7AD5E21D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6133" r="-1" b="-1"/>
          <a:stretch>
            <a:fillRect/>
          </a:stretch>
        </p:blipFill>
        <p:spPr>
          <a:xfrm>
            <a:off x="1" y="10"/>
            <a:ext cx="4876799" cy="6857989"/>
          </a:xfrm>
          <a:prstGeom prst="rect">
            <a:avLst/>
          </a:prstGeom>
        </p:spPr>
      </p:pic>
      <p:cxnSp>
        <p:nvCxnSpPr>
          <p:cNvPr id="27" name="Straight Connector 26">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ijdelijke aanduiding voor inhoud 2">
            <a:extLst>
              <a:ext uri="{FF2B5EF4-FFF2-40B4-BE49-F238E27FC236}">
                <a16:creationId xmlns:a16="http://schemas.microsoft.com/office/drawing/2014/main" id="{041EFEC9-02E1-CE4F-4857-81573AFA5EFB}"/>
              </a:ext>
            </a:extLst>
          </p:cNvPr>
          <p:cNvSpPr txBox="1">
            <a:spLocks/>
          </p:cNvSpPr>
          <p:nvPr/>
        </p:nvSpPr>
        <p:spPr>
          <a:xfrm>
            <a:off x="5723776" y="2402885"/>
            <a:ext cx="5517965" cy="302467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BE"/>
              <a:t>Doel</a:t>
            </a:r>
          </a:p>
          <a:p>
            <a:r>
              <a:rPr lang="nl-BE"/>
              <a:t>Demo</a:t>
            </a:r>
          </a:p>
          <a:p>
            <a:r>
              <a:rPr lang="nl-BE"/>
              <a:t>Problemen / oplossingen</a:t>
            </a:r>
          </a:p>
          <a:p>
            <a:r>
              <a:rPr lang="nl-BE"/>
              <a:t>Onze ervaring</a:t>
            </a:r>
          </a:p>
        </p:txBody>
      </p:sp>
    </p:spTree>
    <p:extLst>
      <p:ext uri="{BB962C8B-B14F-4D97-AF65-F5344CB8AC3E}">
        <p14:creationId xmlns:p14="http://schemas.microsoft.com/office/powerpoint/2010/main" val="3467612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6C1B18-30D5-A956-3D90-9858BC7CD213}"/>
              </a:ext>
            </a:extLst>
          </p:cNvPr>
          <p:cNvSpPr>
            <a:spLocks noGrp="1"/>
          </p:cNvSpPr>
          <p:nvPr>
            <p:ph type="title"/>
          </p:nvPr>
        </p:nvSpPr>
        <p:spPr/>
        <p:txBody>
          <a:bodyPr/>
          <a:lstStyle/>
          <a:p>
            <a:pPr algn="ctr"/>
            <a:r>
              <a:rPr lang="nl-BE"/>
              <a:t>Doel van de website</a:t>
            </a:r>
          </a:p>
        </p:txBody>
      </p:sp>
      <p:sp>
        <p:nvSpPr>
          <p:cNvPr id="3" name="Tijdelijke aanduiding voor inhoud 2">
            <a:extLst>
              <a:ext uri="{FF2B5EF4-FFF2-40B4-BE49-F238E27FC236}">
                <a16:creationId xmlns:a16="http://schemas.microsoft.com/office/drawing/2014/main" id="{36C33DF2-81F8-91D1-422B-45D137AD17B7}"/>
              </a:ext>
            </a:extLst>
          </p:cNvPr>
          <p:cNvSpPr>
            <a:spLocks noGrp="1"/>
          </p:cNvSpPr>
          <p:nvPr>
            <p:ph idx="1"/>
          </p:nvPr>
        </p:nvSpPr>
        <p:spPr>
          <a:xfrm>
            <a:off x="700634" y="2356892"/>
            <a:ext cx="4742735" cy="3739896"/>
          </a:xfrm>
        </p:spPr>
        <p:txBody>
          <a:bodyPr/>
          <a:lstStyle/>
          <a:p>
            <a:r>
              <a:rPr lang="nl-BE"/>
              <a:t>Mensen met keuzestress</a:t>
            </a:r>
          </a:p>
          <a:p>
            <a:r>
              <a:rPr lang="nl-BE"/>
              <a:t>Twijfelen tussen games</a:t>
            </a:r>
          </a:p>
          <a:p>
            <a:r>
              <a:rPr lang="nl-BE"/>
              <a:t>Overdonderd zijn door het grote aantal</a:t>
            </a:r>
          </a:p>
          <a:p>
            <a:endParaRPr lang="nl-BE"/>
          </a:p>
        </p:txBody>
      </p:sp>
      <p:pic>
        <p:nvPicPr>
          <p:cNvPr id="19" name="Picture 18" descr="A person in a suit and tie&#10;&#10;AI-generated content may be incorrect.">
            <a:extLst>
              <a:ext uri="{FF2B5EF4-FFF2-40B4-BE49-F238E27FC236}">
                <a16:creationId xmlns:a16="http://schemas.microsoft.com/office/drawing/2014/main" id="{3590AF1B-FBBA-E682-685C-8C6F92DFFD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1647264"/>
            <a:ext cx="5829300" cy="3886200"/>
          </a:xfrm>
          <a:prstGeom prst="rect">
            <a:avLst/>
          </a:prstGeom>
        </p:spPr>
      </p:pic>
    </p:spTree>
    <p:extLst>
      <p:ext uri="{BB962C8B-B14F-4D97-AF65-F5344CB8AC3E}">
        <p14:creationId xmlns:p14="http://schemas.microsoft.com/office/powerpoint/2010/main" val="362130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587DF7-43D7-8C01-1AAB-71DD8035A33F}"/>
              </a:ext>
            </a:extLst>
          </p:cNvPr>
          <p:cNvSpPr>
            <a:spLocks noGrp="1"/>
          </p:cNvSpPr>
          <p:nvPr>
            <p:ph type="title"/>
          </p:nvPr>
        </p:nvSpPr>
        <p:spPr/>
        <p:txBody>
          <a:bodyPr/>
          <a:lstStyle/>
          <a:p>
            <a:pPr algn="ctr"/>
            <a:r>
              <a:rPr lang="nl-BE"/>
              <a:t>De Functie</a:t>
            </a:r>
          </a:p>
        </p:txBody>
      </p:sp>
      <p:sp>
        <p:nvSpPr>
          <p:cNvPr id="3" name="Tijdelijke aanduiding voor inhoud 2">
            <a:extLst>
              <a:ext uri="{FF2B5EF4-FFF2-40B4-BE49-F238E27FC236}">
                <a16:creationId xmlns:a16="http://schemas.microsoft.com/office/drawing/2014/main" id="{A6D3ABA5-308F-050A-5809-5358D54E78AE}"/>
              </a:ext>
            </a:extLst>
          </p:cNvPr>
          <p:cNvSpPr>
            <a:spLocks noGrp="1"/>
          </p:cNvSpPr>
          <p:nvPr>
            <p:ph idx="1"/>
          </p:nvPr>
        </p:nvSpPr>
        <p:spPr/>
        <p:txBody>
          <a:bodyPr/>
          <a:lstStyle/>
          <a:p>
            <a:r>
              <a:rPr lang="nl-BE" err="1"/>
              <a:t>Trending</a:t>
            </a:r>
            <a:endParaRPr lang="nl-BE"/>
          </a:p>
          <a:p>
            <a:r>
              <a:rPr lang="nl-BE"/>
              <a:t>Genres</a:t>
            </a:r>
          </a:p>
          <a:p>
            <a:r>
              <a:rPr lang="nl-BE"/>
              <a:t>Vragenlijst</a:t>
            </a:r>
          </a:p>
        </p:txBody>
      </p:sp>
      <p:pic>
        <p:nvPicPr>
          <p:cNvPr id="7" name="Picture 6" descr="A purple computer screen with a cursor and text&#10;&#10;AI-generated content may be incorrect.">
            <a:extLst>
              <a:ext uri="{FF2B5EF4-FFF2-40B4-BE49-F238E27FC236}">
                <a16:creationId xmlns:a16="http://schemas.microsoft.com/office/drawing/2014/main" id="{CDDF30F8-6E57-5E4F-51E9-8776A2D80D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7736" y="1721223"/>
            <a:ext cx="3824164" cy="3824164"/>
          </a:xfrm>
          <a:prstGeom prst="rect">
            <a:avLst/>
          </a:prstGeom>
        </p:spPr>
      </p:pic>
    </p:spTree>
    <p:extLst>
      <p:ext uri="{BB962C8B-B14F-4D97-AF65-F5344CB8AC3E}">
        <p14:creationId xmlns:p14="http://schemas.microsoft.com/office/powerpoint/2010/main" val="2667796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58C2E4-6271-E461-108F-A72F135D1440}"/>
              </a:ext>
            </a:extLst>
          </p:cNvPr>
          <p:cNvSpPr>
            <a:spLocks noGrp="1"/>
          </p:cNvSpPr>
          <p:nvPr>
            <p:ph type="title"/>
          </p:nvPr>
        </p:nvSpPr>
        <p:spPr/>
        <p:txBody>
          <a:bodyPr/>
          <a:lstStyle/>
          <a:p>
            <a:pPr algn="ctr"/>
            <a:r>
              <a:rPr lang="nl-BE"/>
              <a:t>Waarom</a:t>
            </a:r>
          </a:p>
        </p:txBody>
      </p:sp>
      <p:sp>
        <p:nvSpPr>
          <p:cNvPr id="3" name="Tijdelijke aanduiding voor inhoud 2">
            <a:extLst>
              <a:ext uri="{FF2B5EF4-FFF2-40B4-BE49-F238E27FC236}">
                <a16:creationId xmlns:a16="http://schemas.microsoft.com/office/drawing/2014/main" id="{C4098660-73C8-4443-1ECF-C69F5976D4E2}"/>
              </a:ext>
            </a:extLst>
          </p:cNvPr>
          <p:cNvSpPr>
            <a:spLocks noGrp="1"/>
          </p:cNvSpPr>
          <p:nvPr>
            <p:ph idx="1"/>
          </p:nvPr>
        </p:nvSpPr>
        <p:spPr/>
        <p:txBody>
          <a:bodyPr/>
          <a:lstStyle/>
          <a:p>
            <a:r>
              <a:rPr lang="nl-BE"/>
              <a:t>Gemeenschappelijk probleem</a:t>
            </a:r>
          </a:p>
          <a:p>
            <a:r>
              <a:rPr lang="nl-BE"/>
              <a:t>Onafhankelijk</a:t>
            </a:r>
          </a:p>
          <a:p>
            <a:r>
              <a:rPr lang="nl-BE"/>
              <a:t>Volledig gratis</a:t>
            </a:r>
          </a:p>
        </p:txBody>
      </p:sp>
      <p:pic>
        <p:nvPicPr>
          <p:cNvPr id="7" name="Picture 6" descr="A purple question mark with arrows&#10;&#10;AI-generated content may be incorrect.">
            <a:extLst>
              <a:ext uri="{FF2B5EF4-FFF2-40B4-BE49-F238E27FC236}">
                <a16:creationId xmlns:a16="http://schemas.microsoft.com/office/drawing/2014/main" id="{55F2CA23-4526-E396-FF2E-A282D90196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1462" y="1568196"/>
            <a:ext cx="5829300" cy="3886200"/>
          </a:xfrm>
          <a:prstGeom prst="rect">
            <a:avLst/>
          </a:prstGeom>
        </p:spPr>
      </p:pic>
    </p:spTree>
    <p:extLst>
      <p:ext uri="{BB962C8B-B14F-4D97-AF65-F5344CB8AC3E}">
        <p14:creationId xmlns:p14="http://schemas.microsoft.com/office/powerpoint/2010/main" val="1171952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C2A3B94-E79F-4450-BFF5-217E9730BAD5}"/>
              </a:ext>
            </a:extLst>
          </p:cNvPr>
          <p:cNvSpPr>
            <a:spLocks noGrp="1"/>
          </p:cNvSpPr>
          <p:nvPr>
            <p:ph type="title"/>
          </p:nvPr>
        </p:nvSpPr>
        <p:spPr>
          <a:xfrm>
            <a:off x="6284749" y="909638"/>
            <a:ext cx="5201121" cy="1318062"/>
          </a:xfrm>
        </p:spPr>
        <p:txBody>
          <a:bodyPr>
            <a:normAutofit/>
          </a:bodyPr>
          <a:lstStyle/>
          <a:p>
            <a:r>
              <a:rPr lang="nl-BE"/>
              <a:t>Demo</a:t>
            </a:r>
          </a:p>
        </p:txBody>
      </p:sp>
      <p:pic>
        <p:nvPicPr>
          <p:cNvPr id="9" name="Content Placeholder 8" descr="A person holding a computer&#10;&#10;AI-generated content may be incorrect.">
            <a:extLst>
              <a:ext uri="{FF2B5EF4-FFF2-40B4-BE49-F238E27FC236}">
                <a16:creationId xmlns:a16="http://schemas.microsoft.com/office/drawing/2014/main" id="{4E800E90-D45E-A0DD-54E6-26E2C2A86BB8}"/>
              </a:ext>
            </a:extLst>
          </p:cNvPr>
          <p:cNvPicPr>
            <a:picLocks noChangeAspect="1"/>
          </p:cNvPicPr>
          <p:nvPr/>
        </p:nvPicPr>
        <p:blipFill>
          <a:blip r:embed="rId3">
            <a:extLst>
              <a:ext uri="{28A0092B-C50C-407E-A947-70E740481C1C}">
                <a14:useLocalDpi xmlns:a14="http://schemas.microsoft.com/office/drawing/2010/main" val="0"/>
              </a:ext>
            </a:extLst>
          </a:blip>
          <a:srcRect l="11478" r="33171" b="-1"/>
          <a:stretch>
            <a:fillRect/>
          </a:stretch>
        </p:blipFill>
        <p:spPr>
          <a:xfrm>
            <a:off x="0" y="0"/>
            <a:ext cx="5686740" cy="6857990"/>
          </a:xfrm>
          <a:prstGeom prst="rect">
            <a:avLst/>
          </a:prstGeom>
        </p:spPr>
      </p:pic>
      <p:cxnSp>
        <p:nvCxnSpPr>
          <p:cNvPr id="27" name="Straight Connector 26">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E34607A6-5B25-32C1-EDFD-0FC2F059152B}"/>
              </a:ext>
            </a:extLst>
          </p:cNvPr>
          <p:cNvSpPr>
            <a:spLocks noGrp="1"/>
          </p:cNvSpPr>
          <p:nvPr>
            <p:ph idx="1"/>
          </p:nvPr>
        </p:nvSpPr>
        <p:spPr>
          <a:xfrm>
            <a:off x="6290838" y="2236843"/>
            <a:ext cx="5201121" cy="3931920"/>
          </a:xfrm>
        </p:spPr>
        <p:txBody>
          <a:bodyPr>
            <a:normAutofit/>
          </a:bodyPr>
          <a:lstStyle/>
          <a:p>
            <a:r>
              <a:rPr lang="nl-BE">
                <a:hlinkClick r:id="rId4">
                  <a:extLst>
                    <a:ext uri="{A12FA001-AC4F-418D-AE19-62706E023703}">
                      <ahyp:hlinkClr xmlns:ahyp="http://schemas.microsoft.com/office/drawing/2018/hyperlinkcolor" val="tx"/>
                    </a:ext>
                  </a:extLst>
                </a:hlinkClick>
              </a:rPr>
              <a:t>GameLab</a:t>
            </a:r>
            <a:endParaRPr lang="nl-BE"/>
          </a:p>
          <a:p>
            <a:endParaRPr lang="nl-BE"/>
          </a:p>
          <a:p>
            <a:r>
              <a:rPr lang="nl-BE"/>
              <a:t>Analytics</a:t>
            </a:r>
          </a:p>
        </p:txBody>
      </p:sp>
    </p:spTree>
    <p:extLst>
      <p:ext uri="{BB962C8B-B14F-4D97-AF65-F5344CB8AC3E}">
        <p14:creationId xmlns:p14="http://schemas.microsoft.com/office/powerpoint/2010/main" val="636854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44F68819-E1A1-413A-FBF1-6A7CC4FC8C48}"/>
              </a:ext>
            </a:extLst>
          </p:cNvPr>
          <p:cNvSpPr>
            <a:spLocks noGrp="1"/>
          </p:cNvSpPr>
          <p:nvPr>
            <p:ph type="title"/>
          </p:nvPr>
        </p:nvSpPr>
        <p:spPr>
          <a:xfrm>
            <a:off x="700088" y="909637"/>
            <a:ext cx="5958216" cy="1316736"/>
          </a:xfrm>
        </p:spPr>
        <p:txBody>
          <a:bodyPr>
            <a:normAutofit/>
          </a:bodyPr>
          <a:lstStyle/>
          <a:p>
            <a:r>
              <a:rPr lang="nl-BE" err="1"/>
              <a:t>Technicals</a:t>
            </a:r>
            <a:r>
              <a:rPr lang="nl-BE"/>
              <a:t> </a:t>
            </a:r>
          </a:p>
        </p:txBody>
      </p:sp>
      <p:cxnSp>
        <p:nvCxnSpPr>
          <p:cNvPr id="9225" name="Straight Connector 9224">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3EA3F1A9-F5E6-F806-9FB0-C7E0AF63E62A}"/>
              </a:ext>
            </a:extLst>
          </p:cNvPr>
          <p:cNvSpPr>
            <a:spLocks noGrp="1"/>
          </p:cNvSpPr>
          <p:nvPr>
            <p:ph idx="1"/>
          </p:nvPr>
        </p:nvSpPr>
        <p:spPr>
          <a:xfrm>
            <a:off x="700088" y="2235251"/>
            <a:ext cx="5958216" cy="3713109"/>
          </a:xfrm>
        </p:spPr>
        <p:txBody>
          <a:bodyPr>
            <a:normAutofit/>
          </a:bodyPr>
          <a:lstStyle/>
          <a:p>
            <a:r>
              <a:rPr lang="nl-BE"/>
              <a:t>Verschillende pagina’s bekijken</a:t>
            </a:r>
          </a:p>
          <a:p>
            <a:r>
              <a:rPr lang="nl-BE"/>
              <a:t>Problemen en oplossingen</a:t>
            </a:r>
          </a:p>
          <a:p>
            <a:r>
              <a:rPr lang="nl-BE"/>
              <a:t>Cookies schoolproject</a:t>
            </a:r>
          </a:p>
          <a:p>
            <a:r>
              <a:rPr lang="nl-BE"/>
              <a:t>API</a:t>
            </a:r>
          </a:p>
        </p:txBody>
      </p:sp>
      <p:pic>
        <p:nvPicPr>
          <p:cNvPr id="9218" name="Picture 2" descr="IGDB.com - Discover, Rate &amp; Track Your Games | Contribute to the Largest  Video Games Database">
            <a:extLst>
              <a:ext uri="{FF2B5EF4-FFF2-40B4-BE49-F238E27FC236}">
                <a16:creationId xmlns:a16="http://schemas.microsoft.com/office/drawing/2014/main" id="{A38419E9-9AB8-07DC-7875-11154B1CFDB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21945" y="3351803"/>
            <a:ext cx="2596557" cy="2596557"/>
          </a:xfrm>
          <a:prstGeom prst="rect">
            <a:avLst/>
          </a:prstGeom>
          <a:noFill/>
          <a:extLst>
            <a:ext uri="{909E8E84-426E-40DD-AFC4-6F175D3DCCD1}">
              <a14:hiddenFill xmlns:a14="http://schemas.microsoft.com/office/drawing/2010/main">
                <a:solidFill>
                  <a:srgbClr val="FFFFFF"/>
                </a:solidFill>
              </a14:hiddenFill>
            </a:ext>
          </a:extLst>
        </p:spPr>
      </p:pic>
      <p:cxnSp>
        <p:nvCxnSpPr>
          <p:cNvPr id="9227" name="Straight Connector 9226">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Afbeelding 4">
            <a:extLst>
              <a:ext uri="{FF2B5EF4-FFF2-40B4-BE49-F238E27FC236}">
                <a16:creationId xmlns:a16="http://schemas.microsoft.com/office/drawing/2014/main" id="{7B7F6A06-ACF4-B038-127C-87B92CFA23D4}"/>
              </a:ext>
            </a:extLst>
          </p:cNvPr>
          <p:cNvPicPr>
            <a:picLocks noChangeAspect="1"/>
          </p:cNvPicPr>
          <p:nvPr/>
        </p:nvPicPr>
        <p:blipFill>
          <a:blip r:embed="rId4"/>
          <a:stretch>
            <a:fillRect/>
          </a:stretch>
        </p:blipFill>
        <p:spPr>
          <a:xfrm>
            <a:off x="6981874" y="1273445"/>
            <a:ext cx="4076700" cy="1905856"/>
          </a:xfrm>
          <a:prstGeom prst="rect">
            <a:avLst/>
          </a:prstGeom>
        </p:spPr>
      </p:pic>
    </p:spTree>
    <p:extLst>
      <p:ext uri="{BB962C8B-B14F-4D97-AF65-F5344CB8AC3E}">
        <p14:creationId xmlns:p14="http://schemas.microsoft.com/office/powerpoint/2010/main" val="1099759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34E4C-55E5-5C66-FDFE-DE96E4C26CA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DDC381C-BB17-94B2-4B4B-00C329AB43E7}"/>
              </a:ext>
            </a:extLst>
          </p:cNvPr>
          <p:cNvSpPr>
            <a:spLocks noGrp="1"/>
          </p:cNvSpPr>
          <p:nvPr>
            <p:ph type="title"/>
          </p:nvPr>
        </p:nvSpPr>
        <p:spPr/>
        <p:txBody>
          <a:bodyPr/>
          <a:lstStyle/>
          <a:p>
            <a:pPr algn="ctr"/>
            <a:r>
              <a:rPr lang="nl-BE"/>
              <a:t>Gebruiker icoontjes</a:t>
            </a:r>
          </a:p>
        </p:txBody>
      </p:sp>
      <p:sp>
        <p:nvSpPr>
          <p:cNvPr id="3" name="Tijdelijke aanduiding voor inhoud 2">
            <a:extLst>
              <a:ext uri="{FF2B5EF4-FFF2-40B4-BE49-F238E27FC236}">
                <a16:creationId xmlns:a16="http://schemas.microsoft.com/office/drawing/2014/main" id="{94244891-254B-DC79-249D-B8C304E902F6}"/>
              </a:ext>
            </a:extLst>
          </p:cNvPr>
          <p:cNvSpPr>
            <a:spLocks noGrp="1"/>
          </p:cNvSpPr>
          <p:nvPr>
            <p:ph idx="1"/>
          </p:nvPr>
        </p:nvSpPr>
        <p:spPr/>
        <p:txBody>
          <a:bodyPr/>
          <a:lstStyle/>
          <a:p>
            <a:r>
              <a:rPr lang="nl-BE"/>
              <a:t>Zoekfunctie</a:t>
            </a:r>
          </a:p>
          <a:p>
            <a:endParaRPr lang="nl-BE"/>
          </a:p>
        </p:txBody>
      </p:sp>
      <p:pic>
        <p:nvPicPr>
          <p:cNvPr id="6" name="Picture 5">
            <a:extLst>
              <a:ext uri="{FF2B5EF4-FFF2-40B4-BE49-F238E27FC236}">
                <a16:creationId xmlns:a16="http://schemas.microsoft.com/office/drawing/2014/main" id="{A73D8F67-8907-08D2-C066-D3EE2DF6FD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2162" y="2861475"/>
            <a:ext cx="8637023" cy="567525"/>
          </a:xfrm>
          <a:prstGeom prst="rect">
            <a:avLst/>
          </a:prstGeom>
        </p:spPr>
      </p:pic>
      <p:pic>
        <p:nvPicPr>
          <p:cNvPr id="8" name="Picture 7">
            <a:extLst>
              <a:ext uri="{FF2B5EF4-FFF2-40B4-BE49-F238E27FC236}">
                <a16:creationId xmlns:a16="http://schemas.microsoft.com/office/drawing/2014/main" id="{DA538897-C1FE-B95E-25D0-C5233988CD28}"/>
              </a:ext>
            </a:extLst>
          </p:cNvPr>
          <p:cNvPicPr>
            <a:picLocks noChangeAspect="1"/>
          </p:cNvPicPr>
          <p:nvPr/>
        </p:nvPicPr>
        <p:blipFill>
          <a:blip r:embed="rId4"/>
          <a:stretch>
            <a:fillRect/>
          </a:stretch>
        </p:blipFill>
        <p:spPr>
          <a:xfrm>
            <a:off x="3848996" y="3626516"/>
            <a:ext cx="4703354" cy="2220152"/>
          </a:xfrm>
          <a:prstGeom prst="rect">
            <a:avLst/>
          </a:prstGeom>
        </p:spPr>
      </p:pic>
    </p:spTree>
    <p:extLst>
      <p:ext uri="{BB962C8B-B14F-4D97-AF65-F5344CB8AC3E}">
        <p14:creationId xmlns:p14="http://schemas.microsoft.com/office/powerpoint/2010/main" val="1656666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772B67-69C4-A0FB-EA9F-E78E2361A406}"/>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BB65D3AF-9FBA-5FE4-C412-DA353792D871}"/>
              </a:ext>
            </a:extLst>
          </p:cNvPr>
          <p:cNvSpPr>
            <a:spLocks noGrp="1"/>
          </p:cNvSpPr>
          <p:nvPr>
            <p:ph type="title"/>
          </p:nvPr>
        </p:nvSpPr>
        <p:spPr>
          <a:xfrm>
            <a:off x="704088" y="914400"/>
            <a:ext cx="3799763" cy="1473200"/>
          </a:xfrm>
        </p:spPr>
        <p:txBody>
          <a:bodyPr>
            <a:normAutofit/>
          </a:bodyPr>
          <a:lstStyle/>
          <a:p>
            <a:r>
              <a:rPr lang="nl-BE" sz="3600"/>
              <a:t>Gebruiker icoontjes</a:t>
            </a:r>
          </a:p>
        </p:txBody>
      </p:sp>
      <p:cxnSp>
        <p:nvCxnSpPr>
          <p:cNvPr id="29" name="Straight Connector 28">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1E045D77-8F2B-9344-3BAC-96672F6A1A3F}"/>
              </a:ext>
            </a:extLst>
          </p:cNvPr>
          <p:cNvSpPr>
            <a:spLocks noGrp="1"/>
          </p:cNvSpPr>
          <p:nvPr>
            <p:ph idx="1"/>
          </p:nvPr>
        </p:nvSpPr>
        <p:spPr>
          <a:xfrm>
            <a:off x="704088" y="2387600"/>
            <a:ext cx="3799763" cy="3767328"/>
          </a:xfrm>
        </p:spPr>
        <p:txBody>
          <a:bodyPr>
            <a:normAutofit/>
          </a:bodyPr>
          <a:lstStyle/>
          <a:p>
            <a:r>
              <a:rPr lang="nl-BE"/>
              <a:t>Map</a:t>
            </a:r>
          </a:p>
          <a:p>
            <a:endParaRPr lang="nl-BE"/>
          </a:p>
        </p:txBody>
      </p:sp>
      <p:pic>
        <p:nvPicPr>
          <p:cNvPr id="12" name="Picture 11">
            <a:extLst>
              <a:ext uri="{FF2B5EF4-FFF2-40B4-BE49-F238E27FC236}">
                <a16:creationId xmlns:a16="http://schemas.microsoft.com/office/drawing/2014/main" id="{648054D3-DA8D-BA8F-C81C-1D9EBD681F8E}"/>
              </a:ext>
            </a:extLst>
          </p:cNvPr>
          <p:cNvPicPr>
            <a:picLocks noChangeAspect="1"/>
          </p:cNvPicPr>
          <p:nvPr/>
        </p:nvPicPr>
        <p:blipFill>
          <a:blip r:embed="rId3"/>
          <a:stretch>
            <a:fillRect/>
          </a:stretch>
        </p:blipFill>
        <p:spPr>
          <a:xfrm>
            <a:off x="3579775" y="914400"/>
            <a:ext cx="8216752" cy="5046157"/>
          </a:xfrm>
          <a:prstGeom prst="rect">
            <a:avLst/>
          </a:prstGeom>
        </p:spPr>
      </p:pic>
      <p:pic>
        <p:nvPicPr>
          <p:cNvPr id="17" name="Picture 16" descr="A person pointing at a map&#10;&#10;AI-generated content may be incorrect.">
            <a:extLst>
              <a:ext uri="{FF2B5EF4-FFF2-40B4-BE49-F238E27FC236}">
                <a16:creationId xmlns:a16="http://schemas.microsoft.com/office/drawing/2014/main" id="{72AAE2DC-9387-6FAD-7DC1-1742E18C97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2429" y="5675223"/>
            <a:ext cx="1439114" cy="959409"/>
          </a:xfrm>
          <a:prstGeom prst="rect">
            <a:avLst/>
          </a:prstGeom>
        </p:spPr>
      </p:pic>
    </p:spTree>
    <p:extLst>
      <p:ext uri="{BB962C8B-B14F-4D97-AF65-F5344CB8AC3E}">
        <p14:creationId xmlns:p14="http://schemas.microsoft.com/office/powerpoint/2010/main" val="589419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CBDD8593-F2AC-1650-E305-5DE7E2626864}"/>
              </a:ext>
            </a:extLst>
          </p:cNvPr>
          <p:cNvSpPr>
            <a:spLocks noGrp="1"/>
          </p:cNvSpPr>
          <p:nvPr>
            <p:ph type="title"/>
          </p:nvPr>
        </p:nvSpPr>
        <p:spPr>
          <a:xfrm>
            <a:off x="704088" y="914400"/>
            <a:ext cx="3799763" cy="1473200"/>
          </a:xfrm>
        </p:spPr>
        <p:txBody>
          <a:bodyPr>
            <a:normAutofit/>
          </a:bodyPr>
          <a:lstStyle/>
          <a:p>
            <a:r>
              <a:rPr lang="nl-BE" sz="3600"/>
              <a:t>Gebruiker icoontjes</a:t>
            </a:r>
          </a:p>
        </p:txBody>
      </p:sp>
      <p:cxnSp>
        <p:nvCxnSpPr>
          <p:cNvPr id="15" name="Straight Connector 14">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1F825DC3-F684-CA27-4F1C-765D91E014FA}"/>
              </a:ext>
            </a:extLst>
          </p:cNvPr>
          <p:cNvSpPr>
            <a:spLocks noGrp="1"/>
          </p:cNvSpPr>
          <p:nvPr>
            <p:ph idx="1"/>
          </p:nvPr>
        </p:nvSpPr>
        <p:spPr>
          <a:xfrm>
            <a:off x="704088" y="2387600"/>
            <a:ext cx="3799763" cy="3767328"/>
          </a:xfrm>
        </p:spPr>
        <p:txBody>
          <a:bodyPr>
            <a:normAutofit/>
          </a:bodyPr>
          <a:lstStyle/>
          <a:p>
            <a:r>
              <a:rPr lang="nl-BE"/>
              <a:t>Inlog mogelijkheid</a:t>
            </a:r>
          </a:p>
          <a:p>
            <a:endParaRPr lang="nl-BE"/>
          </a:p>
        </p:txBody>
      </p:sp>
      <p:pic>
        <p:nvPicPr>
          <p:cNvPr id="8" name="Picture 7">
            <a:extLst>
              <a:ext uri="{FF2B5EF4-FFF2-40B4-BE49-F238E27FC236}">
                <a16:creationId xmlns:a16="http://schemas.microsoft.com/office/drawing/2014/main" id="{A057E846-3E75-9A4F-6A67-B59E29834DE1}"/>
              </a:ext>
            </a:extLst>
          </p:cNvPr>
          <p:cNvPicPr>
            <a:picLocks noChangeAspect="1"/>
          </p:cNvPicPr>
          <p:nvPr/>
        </p:nvPicPr>
        <p:blipFill>
          <a:blip r:embed="rId3"/>
          <a:srcRect r="4423" b="-3"/>
          <a:stretch>
            <a:fillRect/>
          </a:stretch>
        </p:blipFill>
        <p:spPr>
          <a:xfrm>
            <a:off x="4981575" y="735286"/>
            <a:ext cx="6495042" cy="5419642"/>
          </a:xfrm>
          <a:prstGeom prst="rect">
            <a:avLst/>
          </a:prstGeom>
        </p:spPr>
      </p:pic>
    </p:spTree>
    <p:extLst>
      <p:ext uri="{BB962C8B-B14F-4D97-AF65-F5344CB8AC3E}">
        <p14:creationId xmlns:p14="http://schemas.microsoft.com/office/powerpoint/2010/main" val="3268728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DAE1C-B930-70B9-D8F2-D00C8C725EA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7DEEDBF-EB58-6039-A39F-EC1C3ACDDF61}"/>
              </a:ext>
            </a:extLst>
          </p:cNvPr>
          <p:cNvSpPr>
            <a:spLocks noGrp="1"/>
          </p:cNvSpPr>
          <p:nvPr>
            <p:ph type="title"/>
          </p:nvPr>
        </p:nvSpPr>
        <p:spPr/>
        <p:txBody>
          <a:bodyPr/>
          <a:lstStyle/>
          <a:p>
            <a:pPr algn="ctr"/>
            <a:r>
              <a:rPr lang="nl-BE"/>
              <a:t>Navigatie</a:t>
            </a:r>
          </a:p>
        </p:txBody>
      </p:sp>
      <p:sp>
        <p:nvSpPr>
          <p:cNvPr id="3" name="Tijdelijke aanduiding voor inhoud 2">
            <a:extLst>
              <a:ext uri="{FF2B5EF4-FFF2-40B4-BE49-F238E27FC236}">
                <a16:creationId xmlns:a16="http://schemas.microsoft.com/office/drawing/2014/main" id="{227A6C13-4105-78FB-7009-B995C2C53C85}"/>
              </a:ext>
            </a:extLst>
          </p:cNvPr>
          <p:cNvSpPr>
            <a:spLocks noGrp="1"/>
          </p:cNvSpPr>
          <p:nvPr>
            <p:ph idx="1"/>
          </p:nvPr>
        </p:nvSpPr>
        <p:spPr>
          <a:xfrm>
            <a:off x="700634" y="2875788"/>
            <a:ext cx="10691265" cy="3739896"/>
          </a:xfrm>
        </p:spPr>
        <p:txBody>
          <a:bodyPr/>
          <a:lstStyle/>
          <a:p>
            <a:r>
              <a:rPr lang="nl-BE"/>
              <a:t>Home</a:t>
            </a:r>
          </a:p>
          <a:p>
            <a:r>
              <a:rPr lang="nl-BE"/>
              <a:t>Genres</a:t>
            </a:r>
          </a:p>
          <a:p>
            <a:r>
              <a:rPr lang="nl-BE"/>
              <a:t>Gamepicker</a:t>
            </a:r>
          </a:p>
          <a:p>
            <a:r>
              <a:rPr lang="nl-BE"/>
              <a:t>Icoontjes adhv SVG</a:t>
            </a:r>
          </a:p>
        </p:txBody>
      </p:sp>
      <p:pic>
        <p:nvPicPr>
          <p:cNvPr id="6" name="Picture 5">
            <a:extLst>
              <a:ext uri="{FF2B5EF4-FFF2-40B4-BE49-F238E27FC236}">
                <a16:creationId xmlns:a16="http://schemas.microsoft.com/office/drawing/2014/main" id="{7C077E8D-07F5-0918-4236-A6C5E5DF8D0D}"/>
              </a:ext>
            </a:extLst>
          </p:cNvPr>
          <p:cNvPicPr>
            <a:picLocks noChangeAspect="1"/>
          </p:cNvPicPr>
          <p:nvPr/>
        </p:nvPicPr>
        <p:blipFill>
          <a:blip r:embed="rId3"/>
          <a:stretch>
            <a:fillRect/>
          </a:stretch>
        </p:blipFill>
        <p:spPr>
          <a:xfrm>
            <a:off x="559537" y="1656678"/>
            <a:ext cx="11072925" cy="662609"/>
          </a:xfrm>
          <a:prstGeom prst="rect">
            <a:avLst/>
          </a:prstGeom>
        </p:spPr>
      </p:pic>
    </p:spTree>
    <p:extLst>
      <p:ext uri="{BB962C8B-B14F-4D97-AF65-F5344CB8AC3E}">
        <p14:creationId xmlns:p14="http://schemas.microsoft.com/office/powerpoint/2010/main" val="595304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16DA460-273B-2959-CB1C-A1A9A3C01AD8}"/>
              </a:ext>
            </a:extLst>
          </p:cNvPr>
          <p:cNvSpPr>
            <a:spLocks noGrp="1"/>
          </p:cNvSpPr>
          <p:nvPr>
            <p:ph type="title"/>
          </p:nvPr>
        </p:nvSpPr>
        <p:spPr>
          <a:xfrm>
            <a:off x="704088" y="914400"/>
            <a:ext cx="3799763" cy="1473200"/>
          </a:xfrm>
        </p:spPr>
        <p:txBody>
          <a:bodyPr>
            <a:normAutofit/>
          </a:bodyPr>
          <a:lstStyle/>
          <a:p>
            <a:r>
              <a:rPr lang="nl-BE" sz="3600"/>
              <a:t>Home</a:t>
            </a:r>
          </a:p>
        </p:txBody>
      </p:sp>
      <p:cxnSp>
        <p:nvCxnSpPr>
          <p:cNvPr id="13" name="Straight Connector 12">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FE68E949-ED3D-2EFE-F11E-B97A78F2C5D4}"/>
              </a:ext>
            </a:extLst>
          </p:cNvPr>
          <p:cNvSpPr>
            <a:spLocks noGrp="1"/>
          </p:cNvSpPr>
          <p:nvPr>
            <p:ph idx="1"/>
          </p:nvPr>
        </p:nvSpPr>
        <p:spPr>
          <a:xfrm>
            <a:off x="704088" y="2387600"/>
            <a:ext cx="3799763" cy="3767328"/>
          </a:xfrm>
        </p:spPr>
        <p:txBody>
          <a:bodyPr>
            <a:normAutofit/>
          </a:bodyPr>
          <a:lstStyle/>
          <a:p>
            <a:r>
              <a:rPr lang="nl-BE"/>
              <a:t>Popular &amp; Trending</a:t>
            </a:r>
          </a:p>
          <a:p>
            <a:r>
              <a:rPr lang="nl-BE"/>
              <a:t>All Time Favourites</a:t>
            </a:r>
          </a:p>
          <a:p>
            <a:r>
              <a:rPr lang="nl-BE"/>
              <a:t>Cards</a:t>
            </a:r>
          </a:p>
          <a:p>
            <a:r>
              <a:rPr lang="nl-BE"/>
              <a:t>Schuifbalk</a:t>
            </a:r>
          </a:p>
          <a:p>
            <a:endParaRPr lang="nl-BE"/>
          </a:p>
        </p:txBody>
      </p:sp>
      <p:pic>
        <p:nvPicPr>
          <p:cNvPr id="6" name="Picture 5" descr="A screenshot of a video game&#10;&#10;AI-generated content may be incorrect.">
            <a:extLst>
              <a:ext uri="{FF2B5EF4-FFF2-40B4-BE49-F238E27FC236}">
                <a16:creationId xmlns:a16="http://schemas.microsoft.com/office/drawing/2014/main" id="{7513ACEA-F5FE-91D8-443E-56001F54A0A0}"/>
              </a:ext>
            </a:extLst>
          </p:cNvPr>
          <p:cNvPicPr>
            <a:picLocks noChangeAspect="1"/>
          </p:cNvPicPr>
          <p:nvPr/>
        </p:nvPicPr>
        <p:blipFill>
          <a:blip r:embed="rId3"/>
          <a:srcRect l="5324" r="1" b="1"/>
          <a:stretch>
            <a:fillRect/>
          </a:stretch>
        </p:blipFill>
        <p:spPr>
          <a:xfrm>
            <a:off x="4981575" y="735286"/>
            <a:ext cx="6495042" cy="5419642"/>
          </a:xfrm>
          <a:prstGeom prst="rect">
            <a:avLst/>
          </a:prstGeom>
        </p:spPr>
      </p:pic>
    </p:spTree>
    <p:extLst>
      <p:ext uri="{BB962C8B-B14F-4D97-AF65-F5344CB8AC3E}">
        <p14:creationId xmlns:p14="http://schemas.microsoft.com/office/powerpoint/2010/main" val="393732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17">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F3AF2CC3-E3DC-8F3E-0759-A637E23F6C06}"/>
              </a:ext>
            </a:extLst>
          </p:cNvPr>
          <p:cNvSpPr>
            <a:spLocks noGrp="1"/>
          </p:cNvSpPr>
          <p:nvPr>
            <p:ph type="title"/>
          </p:nvPr>
        </p:nvSpPr>
        <p:spPr>
          <a:xfrm>
            <a:off x="700088" y="909637"/>
            <a:ext cx="6400800" cy="1307592"/>
          </a:xfrm>
        </p:spPr>
        <p:txBody>
          <a:bodyPr>
            <a:normAutofit/>
          </a:bodyPr>
          <a:lstStyle/>
          <a:p>
            <a:r>
              <a:rPr lang="nl-BE"/>
              <a:t>Genres</a:t>
            </a:r>
          </a:p>
        </p:txBody>
      </p:sp>
      <p:cxnSp>
        <p:nvCxnSpPr>
          <p:cNvPr id="36" name="Straight Connector 19">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B1E73F22-A855-2267-FB05-436E5CA84E9E}"/>
              </a:ext>
            </a:extLst>
          </p:cNvPr>
          <p:cNvSpPr>
            <a:spLocks noGrp="1"/>
          </p:cNvSpPr>
          <p:nvPr>
            <p:ph idx="1"/>
          </p:nvPr>
        </p:nvSpPr>
        <p:spPr>
          <a:xfrm>
            <a:off x="700088" y="2221992"/>
            <a:ext cx="6400800" cy="3739896"/>
          </a:xfrm>
        </p:spPr>
        <p:txBody>
          <a:bodyPr>
            <a:normAutofit/>
          </a:bodyPr>
          <a:lstStyle/>
          <a:p>
            <a:r>
              <a:rPr lang="nl-BE"/>
              <a:t>Gecategoriseerd per genre</a:t>
            </a:r>
          </a:p>
          <a:p>
            <a:r>
              <a:rPr lang="nl-BE"/>
              <a:t>Cards &amp; Schuifbalk </a:t>
            </a:r>
            <a:endParaRPr lang="en-BE"/>
          </a:p>
        </p:txBody>
      </p:sp>
      <p:pic>
        <p:nvPicPr>
          <p:cNvPr id="13" name="Afbeelding 12">
            <a:extLst>
              <a:ext uri="{FF2B5EF4-FFF2-40B4-BE49-F238E27FC236}">
                <a16:creationId xmlns:a16="http://schemas.microsoft.com/office/drawing/2014/main" id="{95D44C0A-CDD2-E3EA-8D78-1A503771435E}"/>
              </a:ext>
            </a:extLst>
          </p:cNvPr>
          <p:cNvPicPr>
            <a:picLocks noChangeAspect="1"/>
          </p:cNvPicPr>
          <p:nvPr/>
        </p:nvPicPr>
        <p:blipFill>
          <a:blip r:embed="rId3"/>
          <a:stretch>
            <a:fillRect/>
          </a:stretch>
        </p:blipFill>
        <p:spPr>
          <a:xfrm>
            <a:off x="7487920" y="1156577"/>
            <a:ext cx="3903980" cy="4849665"/>
          </a:xfrm>
          <a:prstGeom prst="rect">
            <a:avLst/>
          </a:prstGeom>
        </p:spPr>
      </p:pic>
      <p:cxnSp>
        <p:nvCxnSpPr>
          <p:cNvPr id="42" name="Straight Connector 21">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2950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0BB661BA-4B1A-1C38-E829-53CE17344F92}"/>
              </a:ext>
            </a:extLst>
          </p:cNvPr>
          <p:cNvSpPr>
            <a:spLocks noGrp="1"/>
          </p:cNvSpPr>
          <p:nvPr>
            <p:ph type="title"/>
          </p:nvPr>
        </p:nvSpPr>
        <p:spPr>
          <a:xfrm>
            <a:off x="704089" y="914400"/>
            <a:ext cx="3453844" cy="1463040"/>
          </a:xfrm>
        </p:spPr>
        <p:txBody>
          <a:bodyPr anchor="t">
            <a:normAutofit/>
          </a:bodyPr>
          <a:lstStyle/>
          <a:p>
            <a:r>
              <a:rPr lang="nl-BE"/>
              <a:t>Gamepicker + vragen</a:t>
            </a:r>
          </a:p>
        </p:txBody>
      </p:sp>
      <p:cxnSp>
        <p:nvCxnSpPr>
          <p:cNvPr id="18" name="Straight Connector 17">
            <a:extLst>
              <a:ext uri="{FF2B5EF4-FFF2-40B4-BE49-F238E27FC236}">
                <a16:creationId xmlns:a16="http://schemas.microsoft.com/office/drawing/2014/main" id="{A7C10D4C-8DED-200E-3237-3345F3F2A1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AF43A184-81FA-2FF7-74CC-CE884F532171}"/>
              </a:ext>
            </a:extLst>
          </p:cNvPr>
          <p:cNvSpPr>
            <a:spLocks noGrp="1"/>
          </p:cNvSpPr>
          <p:nvPr>
            <p:ph idx="1"/>
          </p:nvPr>
        </p:nvSpPr>
        <p:spPr>
          <a:xfrm>
            <a:off x="4862022" y="1014984"/>
            <a:ext cx="6614593" cy="1362456"/>
          </a:xfrm>
        </p:spPr>
        <p:txBody>
          <a:bodyPr anchor="t">
            <a:normAutofit/>
          </a:bodyPr>
          <a:lstStyle/>
          <a:p>
            <a:r>
              <a:rPr lang="nl-BE"/>
              <a:t>Met vragenlijst</a:t>
            </a:r>
          </a:p>
          <a:p>
            <a:pPr marL="0" indent="0">
              <a:buNone/>
            </a:pPr>
            <a:endParaRPr lang="nl-BE"/>
          </a:p>
        </p:txBody>
      </p:sp>
      <p:cxnSp>
        <p:nvCxnSpPr>
          <p:cNvPr id="20" name="Straight Connector 19">
            <a:extLst>
              <a:ext uri="{FF2B5EF4-FFF2-40B4-BE49-F238E27FC236}">
                <a16:creationId xmlns:a16="http://schemas.microsoft.com/office/drawing/2014/main" id="{E8F7F80F-9EDD-0EEA-B6D7-E116EBA4FA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2497143"/>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screenshot of a computer&#10;&#10;AI-generated content may be incorrect.">
            <a:extLst>
              <a:ext uri="{FF2B5EF4-FFF2-40B4-BE49-F238E27FC236}">
                <a16:creationId xmlns:a16="http://schemas.microsoft.com/office/drawing/2014/main" id="{A1FC81B9-03CF-4B7A-8B78-E4AC30F39991}"/>
              </a:ext>
            </a:extLst>
          </p:cNvPr>
          <p:cNvPicPr>
            <a:picLocks noChangeAspect="1"/>
          </p:cNvPicPr>
          <p:nvPr/>
        </p:nvPicPr>
        <p:blipFill>
          <a:blip r:embed="rId3"/>
          <a:srcRect r="9951" b="1"/>
          <a:stretch>
            <a:fillRect/>
          </a:stretch>
        </p:blipFill>
        <p:spPr>
          <a:xfrm>
            <a:off x="20" y="2863970"/>
            <a:ext cx="12191980" cy="3994030"/>
          </a:xfrm>
          <a:prstGeom prst="rect">
            <a:avLst/>
          </a:prstGeom>
        </p:spPr>
      </p:pic>
    </p:spTree>
    <p:extLst>
      <p:ext uri="{BB962C8B-B14F-4D97-AF65-F5344CB8AC3E}">
        <p14:creationId xmlns:p14="http://schemas.microsoft.com/office/powerpoint/2010/main" val="3212048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993D81-A00C-13A2-C6B0-9D9B4143A138}"/>
              </a:ext>
            </a:extLst>
          </p:cNvPr>
          <p:cNvSpPr>
            <a:spLocks noGrp="1"/>
          </p:cNvSpPr>
          <p:nvPr>
            <p:ph type="title"/>
          </p:nvPr>
        </p:nvSpPr>
        <p:spPr/>
        <p:txBody>
          <a:bodyPr/>
          <a:lstStyle/>
          <a:p>
            <a:pPr algn="ctr"/>
            <a:r>
              <a:rPr lang="nl-BE"/>
              <a:t>Takeaways</a:t>
            </a:r>
          </a:p>
        </p:txBody>
      </p:sp>
      <p:sp>
        <p:nvSpPr>
          <p:cNvPr id="3" name="Tijdelijke aanduiding voor inhoud 2">
            <a:extLst>
              <a:ext uri="{FF2B5EF4-FFF2-40B4-BE49-F238E27FC236}">
                <a16:creationId xmlns:a16="http://schemas.microsoft.com/office/drawing/2014/main" id="{FDF0FC9F-A4DB-1A16-285B-8A26DAB7C515}"/>
              </a:ext>
            </a:extLst>
          </p:cNvPr>
          <p:cNvSpPr>
            <a:spLocks noGrp="1"/>
          </p:cNvSpPr>
          <p:nvPr>
            <p:ph idx="1"/>
          </p:nvPr>
        </p:nvSpPr>
        <p:spPr/>
        <p:txBody>
          <a:bodyPr/>
          <a:lstStyle/>
          <a:p>
            <a:r>
              <a:rPr lang="en-US"/>
              <a:t>Tips</a:t>
            </a:r>
          </a:p>
          <a:p>
            <a:r>
              <a:rPr lang="en-US" err="1"/>
              <a:t>Opnieuw</a:t>
            </a:r>
            <a:r>
              <a:rPr lang="en-US"/>
              <a:t> </a:t>
            </a:r>
            <a:r>
              <a:rPr lang="en-US" err="1"/>
              <a:t>gebruiken</a:t>
            </a:r>
            <a:endParaRPr lang="en-US"/>
          </a:p>
          <a:p>
            <a:r>
              <a:rPr lang="en-US"/>
              <a:t>Goede </a:t>
            </a:r>
            <a:r>
              <a:rPr lang="en-US" err="1"/>
              <a:t>bronnen</a:t>
            </a:r>
            <a:endParaRPr lang="en-US"/>
          </a:p>
        </p:txBody>
      </p:sp>
      <p:pic>
        <p:nvPicPr>
          <p:cNvPr id="9" name="Picture 8" descr="A person in a suit and tie&#10;&#10;AI-generated content may be incorrect.">
            <a:extLst>
              <a:ext uri="{FF2B5EF4-FFF2-40B4-BE49-F238E27FC236}">
                <a16:creationId xmlns:a16="http://schemas.microsoft.com/office/drawing/2014/main" id="{45A425A1-C96A-B717-DC9F-324D8BB5F1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6309" y="1930504"/>
            <a:ext cx="3739896" cy="3739896"/>
          </a:xfrm>
          <a:prstGeom prst="rect">
            <a:avLst/>
          </a:prstGeom>
        </p:spPr>
      </p:pic>
    </p:spTree>
    <p:extLst>
      <p:ext uri="{BB962C8B-B14F-4D97-AF65-F5344CB8AC3E}">
        <p14:creationId xmlns:p14="http://schemas.microsoft.com/office/powerpoint/2010/main" val="908312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96C8DF-2C16-3778-8C2C-2EA7BC7875F1}"/>
              </a:ext>
            </a:extLst>
          </p:cNvPr>
          <p:cNvSpPr>
            <a:spLocks noGrp="1"/>
          </p:cNvSpPr>
          <p:nvPr>
            <p:ph type="title"/>
          </p:nvPr>
        </p:nvSpPr>
        <p:spPr/>
        <p:txBody>
          <a:bodyPr/>
          <a:lstStyle/>
          <a:p>
            <a:pPr algn="ctr"/>
            <a:r>
              <a:rPr lang="nl-BE"/>
              <a:t>Opnieuw gebruiken</a:t>
            </a:r>
          </a:p>
        </p:txBody>
      </p:sp>
      <p:sp>
        <p:nvSpPr>
          <p:cNvPr id="3" name="Tijdelijke aanduiding voor inhoud 2">
            <a:extLst>
              <a:ext uri="{FF2B5EF4-FFF2-40B4-BE49-F238E27FC236}">
                <a16:creationId xmlns:a16="http://schemas.microsoft.com/office/drawing/2014/main" id="{D22FFF82-2079-3C52-12CB-6447A42D684A}"/>
              </a:ext>
            </a:extLst>
          </p:cNvPr>
          <p:cNvSpPr>
            <a:spLocks noGrp="1"/>
          </p:cNvSpPr>
          <p:nvPr>
            <p:ph idx="1"/>
          </p:nvPr>
        </p:nvSpPr>
        <p:spPr/>
        <p:txBody>
          <a:bodyPr/>
          <a:lstStyle/>
          <a:p>
            <a:r>
              <a:rPr lang="nl-BE"/>
              <a:t>Via GitLab werken</a:t>
            </a:r>
          </a:p>
          <a:p>
            <a:r>
              <a:rPr lang="nl-BE"/>
              <a:t>Logboek goed bijhouden</a:t>
            </a:r>
          </a:p>
          <a:p>
            <a:r>
              <a:rPr lang="nl-BE"/>
              <a:t>Communicatie is key</a:t>
            </a:r>
          </a:p>
          <a:p>
            <a:r>
              <a:rPr lang="nl-BE"/>
              <a:t>Niet overdrijven van werk</a:t>
            </a:r>
          </a:p>
        </p:txBody>
      </p:sp>
      <p:pic>
        <p:nvPicPr>
          <p:cNvPr id="6" name="Picture 5" descr="A person in a suit and tie&#10;&#10;AI-generated content may be incorrect.">
            <a:extLst>
              <a:ext uri="{FF2B5EF4-FFF2-40B4-BE49-F238E27FC236}">
                <a16:creationId xmlns:a16="http://schemas.microsoft.com/office/drawing/2014/main" id="{8D09429C-93F7-4EAC-344D-33E670CDD1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7308" y="1815382"/>
            <a:ext cx="5847901" cy="3898600"/>
          </a:xfrm>
          <a:prstGeom prst="rect">
            <a:avLst/>
          </a:prstGeom>
        </p:spPr>
      </p:pic>
    </p:spTree>
    <p:extLst>
      <p:ext uri="{BB962C8B-B14F-4D97-AF65-F5344CB8AC3E}">
        <p14:creationId xmlns:p14="http://schemas.microsoft.com/office/powerpoint/2010/main" val="3021887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37A23C-C7BA-B6CB-7EDA-87DC073A84FE}"/>
              </a:ext>
            </a:extLst>
          </p:cNvPr>
          <p:cNvSpPr>
            <a:spLocks noGrp="1"/>
          </p:cNvSpPr>
          <p:nvPr>
            <p:ph type="title"/>
          </p:nvPr>
        </p:nvSpPr>
        <p:spPr/>
        <p:txBody>
          <a:bodyPr/>
          <a:lstStyle/>
          <a:p>
            <a:pPr algn="ctr"/>
            <a:r>
              <a:rPr lang="nl-BE"/>
              <a:t>Goede bronnen</a:t>
            </a:r>
          </a:p>
        </p:txBody>
      </p:sp>
      <p:sp>
        <p:nvSpPr>
          <p:cNvPr id="3" name="Tijdelijke aanduiding voor inhoud 2">
            <a:extLst>
              <a:ext uri="{FF2B5EF4-FFF2-40B4-BE49-F238E27FC236}">
                <a16:creationId xmlns:a16="http://schemas.microsoft.com/office/drawing/2014/main" id="{FCB31716-3691-0BBF-E17A-0EC3A841D72C}"/>
              </a:ext>
            </a:extLst>
          </p:cNvPr>
          <p:cNvSpPr>
            <a:spLocks noGrp="1"/>
          </p:cNvSpPr>
          <p:nvPr>
            <p:ph idx="1"/>
          </p:nvPr>
        </p:nvSpPr>
        <p:spPr/>
        <p:txBody>
          <a:bodyPr/>
          <a:lstStyle/>
          <a:p>
            <a:r>
              <a:rPr lang="nl-BE"/>
              <a:t>Medestudenten </a:t>
            </a:r>
          </a:p>
          <a:p>
            <a:r>
              <a:rPr lang="nl-BE"/>
              <a:t>Youtube </a:t>
            </a:r>
          </a:p>
          <a:p>
            <a:r>
              <a:rPr lang="nl-BE"/>
              <a:t>Google </a:t>
            </a:r>
          </a:p>
          <a:p>
            <a:r>
              <a:rPr lang="nl-BE"/>
              <a:t>Ai </a:t>
            </a:r>
          </a:p>
        </p:txBody>
      </p:sp>
      <p:pic>
        <p:nvPicPr>
          <p:cNvPr id="7" name="Picture 6" descr="A person wearing a purple suit and headphones&#10;&#10;AI-generated content may be incorrect.">
            <a:extLst>
              <a:ext uri="{FF2B5EF4-FFF2-40B4-BE49-F238E27FC236}">
                <a16:creationId xmlns:a16="http://schemas.microsoft.com/office/drawing/2014/main" id="{AEF0B648-F7C1-5AF8-5C0D-7B6CD525E6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0301" y="1711810"/>
            <a:ext cx="5829300" cy="3886200"/>
          </a:xfrm>
          <a:prstGeom prst="rect">
            <a:avLst/>
          </a:prstGeom>
        </p:spPr>
      </p:pic>
    </p:spTree>
    <p:extLst>
      <p:ext uri="{BB962C8B-B14F-4D97-AF65-F5344CB8AC3E}">
        <p14:creationId xmlns:p14="http://schemas.microsoft.com/office/powerpoint/2010/main" val="2675213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8F15F125-42F7-B57E-2F98-07AF411B8A50}"/>
              </a:ext>
            </a:extLst>
          </p:cNvPr>
          <p:cNvSpPr>
            <a:spLocks noGrp="1"/>
          </p:cNvSpPr>
          <p:nvPr>
            <p:ph type="title"/>
          </p:nvPr>
        </p:nvSpPr>
        <p:spPr>
          <a:xfrm>
            <a:off x="704088" y="914400"/>
            <a:ext cx="3799763" cy="1473200"/>
          </a:xfrm>
        </p:spPr>
        <p:txBody>
          <a:bodyPr>
            <a:normAutofit/>
          </a:bodyPr>
          <a:lstStyle/>
          <a:p>
            <a:r>
              <a:rPr lang="nl-BE" sz="3600"/>
              <a:t>communicatie</a:t>
            </a:r>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7A32B4EB-FD96-D96D-EE46-D58028FEA8EF}"/>
              </a:ext>
            </a:extLst>
          </p:cNvPr>
          <p:cNvSpPr>
            <a:spLocks noGrp="1"/>
          </p:cNvSpPr>
          <p:nvPr>
            <p:ph idx="1"/>
          </p:nvPr>
        </p:nvSpPr>
        <p:spPr>
          <a:xfrm>
            <a:off x="704088" y="2387600"/>
            <a:ext cx="3799763" cy="3767328"/>
          </a:xfrm>
        </p:spPr>
        <p:txBody>
          <a:bodyPr>
            <a:normAutofit/>
          </a:bodyPr>
          <a:lstStyle/>
          <a:p>
            <a:r>
              <a:rPr lang="nl-BE"/>
              <a:t>Welke tools</a:t>
            </a:r>
          </a:p>
          <a:p>
            <a:r>
              <a:rPr lang="nl-BE"/>
              <a:t>Positieve punten</a:t>
            </a:r>
          </a:p>
        </p:txBody>
      </p:sp>
      <p:pic>
        <p:nvPicPr>
          <p:cNvPr id="7" name="Picture 6" descr="A person in a suit and tie&#10;&#10;AI-generated content may be incorrect.">
            <a:extLst>
              <a:ext uri="{FF2B5EF4-FFF2-40B4-BE49-F238E27FC236}">
                <a16:creationId xmlns:a16="http://schemas.microsoft.com/office/drawing/2014/main" id="{E578C341-86A7-CCEB-4EEF-82D9B8A54B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3851" y="1107290"/>
            <a:ext cx="6965129" cy="4643419"/>
          </a:xfrm>
          <a:prstGeom prst="rect">
            <a:avLst/>
          </a:prstGeom>
        </p:spPr>
      </p:pic>
    </p:spTree>
    <p:extLst>
      <p:ext uri="{BB962C8B-B14F-4D97-AF65-F5344CB8AC3E}">
        <p14:creationId xmlns:p14="http://schemas.microsoft.com/office/powerpoint/2010/main" val="1264137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9309E0-85FF-70BC-4C23-81183899D25A}"/>
              </a:ext>
            </a:extLst>
          </p:cNvPr>
          <p:cNvSpPr>
            <a:spLocks noGrp="1"/>
          </p:cNvSpPr>
          <p:nvPr>
            <p:ph type="title"/>
          </p:nvPr>
        </p:nvSpPr>
        <p:spPr/>
        <p:txBody>
          <a:bodyPr/>
          <a:lstStyle/>
          <a:p>
            <a:pPr algn="ctr"/>
            <a:r>
              <a:rPr lang="nl-BE"/>
              <a:t>Bedankt voor jullie aandacht</a:t>
            </a:r>
          </a:p>
        </p:txBody>
      </p:sp>
      <p:sp>
        <p:nvSpPr>
          <p:cNvPr id="3" name="Tijdelijke aanduiding voor inhoud 2">
            <a:extLst>
              <a:ext uri="{FF2B5EF4-FFF2-40B4-BE49-F238E27FC236}">
                <a16:creationId xmlns:a16="http://schemas.microsoft.com/office/drawing/2014/main" id="{D5BA1D6B-3181-FF03-94EE-BF8FD85DAB1E}"/>
              </a:ext>
            </a:extLst>
          </p:cNvPr>
          <p:cNvSpPr>
            <a:spLocks noGrp="1"/>
          </p:cNvSpPr>
          <p:nvPr>
            <p:ph idx="1"/>
          </p:nvPr>
        </p:nvSpPr>
        <p:spPr/>
        <p:txBody>
          <a:bodyPr/>
          <a:lstStyle/>
          <a:p>
            <a:r>
              <a:rPr lang="nl-BE"/>
              <a:t>Probeer zeker onze site eens uit</a:t>
            </a:r>
          </a:p>
          <a:p>
            <a:r>
              <a:rPr lang="nl-BE"/>
              <a:t>Feedback is altijd welkom</a:t>
            </a:r>
          </a:p>
          <a:p>
            <a:r>
              <a:rPr lang="nl-BE"/>
              <a:t>Zijn er nog vragen?</a:t>
            </a:r>
          </a:p>
          <a:p>
            <a:endParaRPr lang="nl-BE"/>
          </a:p>
        </p:txBody>
      </p:sp>
      <p:pic>
        <p:nvPicPr>
          <p:cNvPr id="5" name="Picture 4" descr="A person in a suit and tie holding a question mark&#10;&#10;AI-generated content may be incorrect.">
            <a:extLst>
              <a:ext uri="{FF2B5EF4-FFF2-40B4-BE49-F238E27FC236}">
                <a16:creationId xmlns:a16="http://schemas.microsoft.com/office/drawing/2014/main" id="{DF213DD0-810F-79B3-8888-2BADF6FA30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2122" y="1679538"/>
            <a:ext cx="5829300" cy="3886200"/>
          </a:xfrm>
          <a:prstGeom prst="rect">
            <a:avLst/>
          </a:prstGeom>
        </p:spPr>
      </p:pic>
    </p:spTree>
    <p:extLst>
      <p:ext uri="{BB962C8B-B14F-4D97-AF65-F5344CB8AC3E}">
        <p14:creationId xmlns:p14="http://schemas.microsoft.com/office/powerpoint/2010/main" val="2089637191"/>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6676dc3b-e7f2-4416-8640-36bf4414e84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6F01A2DE9993E479F322D766F3B73B1" ma:contentTypeVersion="6" ma:contentTypeDescription="Een nieuw document maken." ma:contentTypeScope="" ma:versionID="eadd6fc05b0f304b9654db5ab28fbdaf">
  <xsd:schema xmlns:xsd="http://www.w3.org/2001/XMLSchema" xmlns:xs="http://www.w3.org/2001/XMLSchema" xmlns:p="http://schemas.microsoft.com/office/2006/metadata/properties" xmlns:ns3="6676dc3b-e7f2-4416-8640-36bf4414e847" targetNamespace="http://schemas.microsoft.com/office/2006/metadata/properties" ma:root="true" ma:fieldsID="341f5c546a631c11cf74d2c4347b427b" ns3:_="">
    <xsd:import namespace="6676dc3b-e7f2-4416-8640-36bf4414e847"/>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76dc3b-e7f2-4416-8640-36bf4414e84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A42F07-6A0C-45D7-AC1D-DCC8997EA2F2}">
  <ds:schemaRefs>
    <ds:schemaRef ds:uri="http://schemas.microsoft.com/sharepoint/v3/contenttype/forms"/>
  </ds:schemaRefs>
</ds:datastoreItem>
</file>

<file path=customXml/itemProps2.xml><?xml version="1.0" encoding="utf-8"?>
<ds:datastoreItem xmlns:ds="http://schemas.openxmlformats.org/officeDocument/2006/customXml" ds:itemID="{6DA55C17-AE5A-4E67-822D-07913895764B}">
  <ds:schemaRefs>
    <ds:schemaRef ds:uri="6676dc3b-e7f2-4416-8640-36bf4414e84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BF0AA63-787B-45F7-986E-11413784C830}">
  <ds:schemaRefs>
    <ds:schemaRef ds:uri="6676dc3b-e7f2-4416-8640-36bf4414e84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19</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ChronicleVTI</vt:lpstr>
      <vt:lpstr>Co-working game lab</vt:lpstr>
      <vt:lpstr>Inhoud</vt:lpstr>
      <vt:lpstr>Doel van de website</vt:lpstr>
      <vt:lpstr>De Functie</vt:lpstr>
      <vt:lpstr>Waarom</vt:lpstr>
      <vt:lpstr>Demo</vt:lpstr>
      <vt:lpstr>Technicals </vt:lpstr>
      <vt:lpstr>Gebruiker icoontjes</vt:lpstr>
      <vt:lpstr>Gebruiker icoontjes</vt:lpstr>
      <vt:lpstr>Gebruiker icoontjes</vt:lpstr>
      <vt:lpstr>Navigatie</vt:lpstr>
      <vt:lpstr>Home</vt:lpstr>
      <vt:lpstr>Genres</vt:lpstr>
      <vt:lpstr>Gamepicker + vragen</vt:lpstr>
      <vt:lpstr>Takeaways</vt:lpstr>
      <vt:lpstr>Opnieuw gebruiken</vt:lpstr>
      <vt:lpstr>Goede bronnen</vt:lpstr>
      <vt:lpstr>communicatie</vt:lpstr>
      <vt:lpstr>Bedankt voor jullie aandacht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Robbe Servaes</dc:creator>
  <cp:revision>1</cp:revision>
  <dcterms:created xsi:type="dcterms:W3CDTF">2025-11-15T20:01:32Z</dcterms:created>
  <dcterms:modified xsi:type="dcterms:W3CDTF">2025-11-17T08:08:49Z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0x01010096F01A2DE9993E479F322D766F3B73B1</vt:lpwstr>
  </property>
</Properties>
</file>